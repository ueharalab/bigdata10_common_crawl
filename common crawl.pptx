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9" r:id="rId13"/>
    <p:sldId id="267" r:id="rId14"/>
    <p:sldId id="268" r:id="rId15"/>
    <p:sldId id="270" r:id="rId16"/>
    <p:sldId id="271" r:id="rId17"/>
    <p:sldId id="272" r:id="rId18"/>
    <p:sldId id="273" r:id="rId19"/>
    <p:sldId id="274" r:id="rId20"/>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0" d="100"/>
          <a:sy n="70" d="100"/>
        </p:scale>
        <p:origin x="536"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DCAFB3A-BF82-4867-8B7C-EC1B215241CC}" type="doc">
      <dgm:prSet loTypeId="urn:microsoft.com/office/officeart/2005/8/layout/process2" loCatId="process" qsTypeId="urn:microsoft.com/office/officeart/2005/8/quickstyle/simple1" qsCatId="simple" csTypeId="urn:microsoft.com/office/officeart/2005/8/colors/accent1_2" csCatId="accent1" phldr="1"/>
      <dgm:spPr/>
      <dgm:t>
        <a:bodyPr/>
        <a:lstStyle/>
        <a:p>
          <a:endParaRPr kumimoji="1" lang="ja-JP" altLang="en-US"/>
        </a:p>
      </dgm:t>
    </dgm:pt>
    <dgm:pt modelId="{6ABD60C1-1DB6-40E8-A295-1F8071B488B7}">
      <dgm:prSet custT="1"/>
      <dgm:spPr/>
      <dgm:t>
        <a:bodyPr/>
        <a:lstStyle/>
        <a:p>
          <a:r>
            <a:rPr kumimoji="1" lang="en-US" sz="2000"/>
            <a:t>AWS account</a:t>
          </a:r>
          <a:r>
            <a:rPr kumimoji="1" lang="ja-JP" sz="2000"/>
            <a:t>を作る</a:t>
          </a:r>
          <a:endParaRPr lang="ja-JP" sz="2000"/>
        </a:p>
      </dgm:t>
    </dgm:pt>
    <dgm:pt modelId="{C91331D7-9ED7-440C-A081-74857C3D5D02}" type="parTrans" cxnId="{5A57F3C0-A865-4BD0-A6A9-2A992FC4B0FC}">
      <dgm:prSet/>
      <dgm:spPr/>
      <dgm:t>
        <a:bodyPr/>
        <a:lstStyle/>
        <a:p>
          <a:endParaRPr kumimoji="1" lang="ja-JP" altLang="en-US" sz="2000"/>
        </a:p>
      </dgm:t>
    </dgm:pt>
    <dgm:pt modelId="{5586D8C9-FCC2-4B2D-A8D4-E5331BF1560F}" type="sibTrans" cxnId="{5A57F3C0-A865-4BD0-A6A9-2A992FC4B0FC}">
      <dgm:prSet custT="1"/>
      <dgm:spPr/>
      <dgm:t>
        <a:bodyPr/>
        <a:lstStyle/>
        <a:p>
          <a:endParaRPr kumimoji="1" lang="ja-JP" altLang="en-US" sz="2000"/>
        </a:p>
      </dgm:t>
    </dgm:pt>
    <dgm:pt modelId="{6AAD94DF-62A0-4C94-8463-2AC9122F2F6C}">
      <dgm:prSet custT="1"/>
      <dgm:spPr/>
      <dgm:t>
        <a:bodyPr/>
        <a:lstStyle/>
        <a:p>
          <a:r>
            <a:rPr kumimoji="1" lang="ja-JP" sz="2000" dirty="0"/>
            <a:t>リソース</a:t>
          </a:r>
          <a:r>
            <a:rPr kumimoji="1" lang="en-US" sz="2000" dirty="0"/>
            <a:t>(S3, Athena)</a:t>
          </a:r>
          <a:r>
            <a:rPr kumimoji="1" lang="ja-JP" sz="2000" dirty="0"/>
            <a:t>を割り当てる</a:t>
          </a:r>
          <a:endParaRPr lang="ja-JP" sz="2000" dirty="0"/>
        </a:p>
      </dgm:t>
    </dgm:pt>
    <dgm:pt modelId="{32FFDCCB-C9EB-4C9B-9E47-82BC5EFE2E78}" type="parTrans" cxnId="{F5192449-1DD4-4E0B-A6D3-98BB9DFC50CC}">
      <dgm:prSet/>
      <dgm:spPr/>
      <dgm:t>
        <a:bodyPr/>
        <a:lstStyle/>
        <a:p>
          <a:endParaRPr kumimoji="1" lang="ja-JP" altLang="en-US" sz="2000"/>
        </a:p>
      </dgm:t>
    </dgm:pt>
    <dgm:pt modelId="{E6F96B6D-9163-4786-B357-4A1D64AA7D86}" type="sibTrans" cxnId="{F5192449-1DD4-4E0B-A6D3-98BB9DFC50CC}">
      <dgm:prSet custT="1"/>
      <dgm:spPr/>
      <dgm:t>
        <a:bodyPr/>
        <a:lstStyle/>
        <a:p>
          <a:endParaRPr kumimoji="1" lang="ja-JP" altLang="en-US" sz="2000"/>
        </a:p>
      </dgm:t>
    </dgm:pt>
    <dgm:pt modelId="{C9F24635-7FCE-41D6-8E8B-267D1CDF0D74}">
      <dgm:prSet custT="1"/>
      <dgm:spPr/>
      <dgm:t>
        <a:bodyPr/>
        <a:lstStyle/>
        <a:p>
          <a:r>
            <a:rPr kumimoji="1" lang="en-US" sz="2000"/>
            <a:t>Athena</a:t>
          </a:r>
          <a:r>
            <a:rPr kumimoji="1" lang="ja-JP" sz="2000"/>
            <a:t>から</a:t>
          </a:r>
          <a:r>
            <a:rPr kumimoji="1" lang="en-US" sz="2000"/>
            <a:t>common crawl</a:t>
          </a:r>
          <a:r>
            <a:rPr kumimoji="1" lang="ja-JP" sz="2000"/>
            <a:t>への検索クエリ</a:t>
          </a:r>
          <a:r>
            <a:rPr kumimoji="1" lang="en-US" sz="2000"/>
            <a:t>(SQL)</a:t>
          </a:r>
          <a:r>
            <a:rPr kumimoji="1" lang="ja-JP" sz="2000"/>
            <a:t>を投げ込む</a:t>
          </a:r>
          <a:endParaRPr lang="ja-JP" sz="2000"/>
        </a:p>
      </dgm:t>
    </dgm:pt>
    <dgm:pt modelId="{D6F9166A-879E-4FEE-868C-5F7C9C3839C1}" type="parTrans" cxnId="{51DF8602-808B-4A78-B136-4074748F5D05}">
      <dgm:prSet/>
      <dgm:spPr/>
      <dgm:t>
        <a:bodyPr/>
        <a:lstStyle/>
        <a:p>
          <a:endParaRPr kumimoji="1" lang="ja-JP" altLang="en-US" sz="2000"/>
        </a:p>
      </dgm:t>
    </dgm:pt>
    <dgm:pt modelId="{0A9A86F5-A666-428C-A3EE-9500CCD73596}" type="sibTrans" cxnId="{51DF8602-808B-4A78-B136-4074748F5D05}">
      <dgm:prSet custT="1"/>
      <dgm:spPr/>
      <dgm:t>
        <a:bodyPr/>
        <a:lstStyle/>
        <a:p>
          <a:endParaRPr kumimoji="1" lang="ja-JP" altLang="en-US" sz="2000"/>
        </a:p>
      </dgm:t>
    </dgm:pt>
    <dgm:pt modelId="{B8EEEE07-925F-4474-AC75-095981074E43}">
      <dgm:prSet custT="1"/>
      <dgm:spPr/>
      <dgm:t>
        <a:bodyPr/>
        <a:lstStyle/>
        <a:p>
          <a:r>
            <a:rPr kumimoji="1" lang="ja-JP" sz="2000" dirty="0"/>
            <a:t>検索結果（</a:t>
          </a:r>
          <a:r>
            <a:rPr kumimoji="1" lang="en-US" sz="2000" dirty="0"/>
            <a:t>Offset, record length</a:t>
          </a:r>
          <a:r>
            <a:rPr kumimoji="1" lang="ja-JP" sz="2000" dirty="0"/>
            <a:t>）は</a:t>
          </a:r>
          <a:r>
            <a:rPr kumimoji="1" lang="en-US" sz="2000" dirty="0"/>
            <a:t>S3</a:t>
          </a:r>
          <a:r>
            <a:rPr kumimoji="1" lang="ja-JP" sz="2000" dirty="0"/>
            <a:t>上に</a:t>
          </a:r>
          <a:r>
            <a:rPr kumimoji="1" lang="en-US" sz="2000" dirty="0"/>
            <a:t>csv</a:t>
          </a:r>
          <a:r>
            <a:rPr kumimoji="1" lang="ja-JP" sz="2000" dirty="0"/>
            <a:t>で保存</a:t>
          </a:r>
          <a:endParaRPr lang="ja-JP" sz="2000" dirty="0"/>
        </a:p>
      </dgm:t>
    </dgm:pt>
    <dgm:pt modelId="{32168780-E9FB-4160-B4B5-1DBFA3D39524}" type="parTrans" cxnId="{CA4CCD0F-33F0-4AA6-829B-E6F2DAE6E1AC}">
      <dgm:prSet/>
      <dgm:spPr/>
      <dgm:t>
        <a:bodyPr/>
        <a:lstStyle/>
        <a:p>
          <a:endParaRPr kumimoji="1" lang="ja-JP" altLang="en-US" sz="2000"/>
        </a:p>
      </dgm:t>
    </dgm:pt>
    <dgm:pt modelId="{EFC98BA8-3B3F-4DB0-993B-04E8F9AA05DF}" type="sibTrans" cxnId="{CA4CCD0F-33F0-4AA6-829B-E6F2DAE6E1AC}">
      <dgm:prSet custT="1"/>
      <dgm:spPr/>
      <dgm:t>
        <a:bodyPr/>
        <a:lstStyle/>
        <a:p>
          <a:endParaRPr kumimoji="1" lang="ja-JP" altLang="en-US" sz="2000"/>
        </a:p>
      </dgm:t>
    </dgm:pt>
    <dgm:pt modelId="{EB0B91F1-47B5-48CE-96CE-1ACFA7F8A492}">
      <dgm:prSet custT="1"/>
      <dgm:spPr/>
      <dgm:t>
        <a:bodyPr/>
        <a:lstStyle/>
        <a:p>
          <a:r>
            <a:rPr kumimoji="1" lang="en-US" sz="2000"/>
            <a:t>Csv</a:t>
          </a:r>
          <a:r>
            <a:rPr kumimoji="1" lang="ja-JP" sz="2000"/>
            <a:t>をダウンロード</a:t>
          </a:r>
          <a:endParaRPr lang="ja-JP" sz="2000"/>
        </a:p>
      </dgm:t>
    </dgm:pt>
    <dgm:pt modelId="{853C8331-F734-4B01-9BF6-1950FC9E0113}" type="parTrans" cxnId="{35F9D8FB-903A-42F2-84FA-E8B19BBDC6AC}">
      <dgm:prSet/>
      <dgm:spPr/>
      <dgm:t>
        <a:bodyPr/>
        <a:lstStyle/>
        <a:p>
          <a:endParaRPr kumimoji="1" lang="ja-JP" altLang="en-US" sz="2000"/>
        </a:p>
      </dgm:t>
    </dgm:pt>
    <dgm:pt modelId="{C1C6D1DE-6F04-4029-A28A-B6B81D5FD893}" type="sibTrans" cxnId="{35F9D8FB-903A-42F2-84FA-E8B19BBDC6AC}">
      <dgm:prSet/>
      <dgm:spPr/>
      <dgm:t>
        <a:bodyPr/>
        <a:lstStyle/>
        <a:p>
          <a:endParaRPr kumimoji="1" lang="ja-JP" altLang="en-US" sz="2000"/>
        </a:p>
      </dgm:t>
    </dgm:pt>
    <dgm:pt modelId="{844C0F04-CC24-4BFF-8A5C-C256C0DB51EE}" type="pres">
      <dgm:prSet presAssocID="{8DCAFB3A-BF82-4867-8B7C-EC1B215241CC}" presName="linearFlow" presStyleCnt="0">
        <dgm:presLayoutVars>
          <dgm:resizeHandles val="exact"/>
        </dgm:presLayoutVars>
      </dgm:prSet>
      <dgm:spPr/>
    </dgm:pt>
    <dgm:pt modelId="{6AA700F3-1CD8-464D-85D9-D66CA3965CDF}" type="pres">
      <dgm:prSet presAssocID="{6ABD60C1-1DB6-40E8-A295-1F8071B488B7}" presName="node" presStyleLbl="node1" presStyleIdx="0" presStyleCnt="5" custScaleX="135079">
        <dgm:presLayoutVars>
          <dgm:bulletEnabled val="1"/>
        </dgm:presLayoutVars>
      </dgm:prSet>
      <dgm:spPr/>
    </dgm:pt>
    <dgm:pt modelId="{F3CA39EC-6F91-464A-A5F2-6B092D12F6CD}" type="pres">
      <dgm:prSet presAssocID="{5586D8C9-FCC2-4B2D-A8D4-E5331BF1560F}" presName="sibTrans" presStyleLbl="sibTrans2D1" presStyleIdx="0" presStyleCnt="4"/>
      <dgm:spPr/>
    </dgm:pt>
    <dgm:pt modelId="{6B1A9E6F-1FE3-4185-92A4-1F21FF6C5459}" type="pres">
      <dgm:prSet presAssocID="{5586D8C9-FCC2-4B2D-A8D4-E5331BF1560F}" presName="connectorText" presStyleLbl="sibTrans2D1" presStyleIdx="0" presStyleCnt="4"/>
      <dgm:spPr/>
    </dgm:pt>
    <dgm:pt modelId="{3866ECAC-25A0-44EE-8D69-8C779C34B60D}" type="pres">
      <dgm:prSet presAssocID="{6AAD94DF-62A0-4C94-8463-2AC9122F2F6C}" presName="node" presStyleLbl="node1" presStyleIdx="1" presStyleCnt="5" custScaleX="139273">
        <dgm:presLayoutVars>
          <dgm:bulletEnabled val="1"/>
        </dgm:presLayoutVars>
      </dgm:prSet>
      <dgm:spPr/>
    </dgm:pt>
    <dgm:pt modelId="{1A68EF3C-7D20-4490-8D45-C477D74FFFC7}" type="pres">
      <dgm:prSet presAssocID="{E6F96B6D-9163-4786-B357-4A1D64AA7D86}" presName="sibTrans" presStyleLbl="sibTrans2D1" presStyleIdx="1" presStyleCnt="4"/>
      <dgm:spPr/>
    </dgm:pt>
    <dgm:pt modelId="{4B907113-10A3-46E8-982E-6918C78AF121}" type="pres">
      <dgm:prSet presAssocID="{E6F96B6D-9163-4786-B357-4A1D64AA7D86}" presName="connectorText" presStyleLbl="sibTrans2D1" presStyleIdx="1" presStyleCnt="4"/>
      <dgm:spPr/>
    </dgm:pt>
    <dgm:pt modelId="{13AA5602-8DA2-4171-BBA2-1B7673D1A244}" type="pres">
      <dgm:prSet presAssocID="{C9F24635-7FCE-41D6-8E8B-267D1CDF0D74}" presName="node" presStyleLbl="node1" presStyleIdx="2" presStyleCnt="5" custScaleX="139273">
        <dgm:presLayoutVars>
          <dgm:bulletEnabled val="1"/>
        </dgm:presLayoutVars>
      </dgm:prSet>
      <dgm:spPr/>
    </dgm:pt>
    <dgm:pt modelId="{D087E1CC-D4E3-4B72-9702-5F53897689BE}" type="pres">
      <dgm:prSet presAssocID="{0A9A86F5-A666-428C-A3EE-9500CCD73596}" presName="sibTrans" presStyleLbl="sibTrans2D1" presStyleIdx="2" presStyleCnt="4"/>
      <dgm:spPr/>
    </dgm:pt>
    <dgm:pt modelId="{1049DF50-C4F8-422B-8B9C-06FB98628BF7}" type="pres">
      <dgm:prSet presAssocID="{0A9A86F5-A666-428C-A3EE-9500CCD73596}" presName="connectorText" presStyleLbl="sibTrans2D1" presStyleIdx="2" presStyleCnt="4"/>
      <dgm:spPr/>
    </dgm:pt>
    <dgm:pt modelId="{BFF8621A-B487-4FA6-9C9D-38B69A9183F9}" type="pres">
      <dgm:prSet presAssocID="{B8EEEE07-925F-4474-AC75-095981074E43}" presName="node" presStyleLbl="node1" presStyleIdx="3" presStyleCnt="5" custScaleX="141070">
        <dgm:presLayoutVars>
          <dgm:bulletEnabled val="1"/>
        </dgm:presLayoutVars>
      </dgm:prSet>
      <dgm:spPr/>
    </dgm:pt>
    <dgm:pt modelId="{A5CA5731-1FA4-414E-98F6-1E18D8BB62CD}" type="pres">
      <dgm:prSet presAssocID="{EFC98BA8-3B3F-4DB0-993B-04E8F9AA05DF}" presName="sibTrans" presStyleLbl="sibTrans2D1" presStyleIdx="3" presStyleCnt="4"/>
      <dgm:spPr/>
    </dgm:pt>
    <dgm:pt modelId="{ED98E578-5F8A-41DA-8A5B-D4E2A1EB0AB5}" type="pres">
      <dgm:prSet presAssocID="{EFC98BA8-3B3F-4DB0-993B-04E8F9AA05DF}" presName="connectorText" presStyleLbl="sibTrans2D1" presStyleIdx="3" presStyleCnt="4"/>
      <dgm:spPr/>
    </dgm:pt>
    <dgm:pt modelId="{7D434439-8159-4A8E-AE73-2DC796FA839A}" type="pres">
      <dgm:prSet presAssocID="{EB0B91F1-47B5-48CE-96CE-1ACFA7F8A492}" presName="node" presStyleLbl="node1" presStyleIdx="4" presStyleCnt="5" custScaleX="141669">
        <dgm:presLayoutVars>
          <dgm:bulletEnabled val="1"/>
        </dgm:presLayoutVars>
      </dgm:prSet>
      <dgm:spPr/>
    </dgm:pt>
  </dgm:ptLst>
  <dgm:cxnLst>
    <dgm:cxn modelId="{0A104E00-DB3F-41EE-B908-03CCC91E034D}" type="presOf" srcId="{5586D8C9-FCC2-4B2D-A8D4-E5331BF1560F}" destId="{6B1A9E6F-1FE3-4185-92A4-1F21FF6C5459}" srcOrd="1" destOrd="0" presId="urn:microsoft.com/office/officeart/2005/8/layout/process2"/>
    <dgm:cxn modelId="{51DF8602-808B-4A78-B136-4074748F5D05}" srcId="{8DCAFB3A-BF82-4867-8B7C-EC1B215241CC}" destId="{C9F24635-7FCE-41D6-8E8B-267D1CDF0D74}" srcOrd="2" destOrd="0" parTransId="{D6F9166A-879E-4FEE-868C-5F7C9C3839C1}" sibTransId="{0A9A86F5-A666-428C-A3EE-9500CCD73596}"/>
    <dgm:cxn modelId="{CA4CCD0F-33F0-4AA6-829B-E6F2DAE6E1AC}" srcId="{8DCAFB3A-BF82-4867-8B7C-EC1B215241CC}" destId="{B8EEEE07-925F-4474-AC75-095981074E43}" srcOrd="3" destOrd="0" parTransId="{32168780-E9FB-4160-B4B5-1DBFA3D39524}" sibTransId="{EFC98BA8-3B3F-4DB0-993B-04E8F9AA05DF}"/>
    <dgm:cxn modelId="{AB4FC313-FC58-40C4-B7FC-4A547BF988C4}" type="presOf" srcId="{5586D8C9-FCC2-4B2D-A8D4-E5331BF1560F}" destId="{F3CA39EC-6F91-464A-A5F2-6B092D12F6CD}" srcOrd="0" destOrd="0" presId="urn:microsoft.com/office/officeart/2005/8/layout/process2"/>
    <dgm:cxn modelId="{A2A09717-CB93-4FBE-9F62-30B9B231CECC}" type="presOf" srcId="{8DCAFB3A-BF82-4867-8B7C-EC1B215241CC}" destId="{844C0F04-CC24-4BFF-8A5C-C256C0DB51EE}" srcOrd="0" destOrd="0" presId="urn:microsoft.com/office/officeart/2005/8/layout/process2"/>
    <dgm:cxn modelId="{CA04DF62-8CF7-4637-AA65-952AAF297555}" type="presOf" srcId="{E6F96B6D-9163-4786-B357-4A1D64AA7D86}" destId="{1A68EF3C-7D20-4490-8D45-C477D74FFFC7}" srcOrd="0" destOrd="0" presId="urn:microsoft.com/office/officeart/2005/8/layout/process2"/>
    <dgm:cxn modelId="{F5192449-1DD4-4E0B-A6D3-98BB9DFC50CC}" srcId="{8DCAFB3A-BF82-4867-8B7C-EC1B215241CC}" destId="{6AAD94DF-62A0-4C94-8463-2AC9122F2F6C}" srcOrd="1" destOrd="0" parTransId="{32FFDCCB-C9EB-4C9B-9E47-82BC5EFE2E78}" sibTransId="{E6F96B6D-9163-4786-B357-4A1D64AA7D86}"/>
    <dgm:cxn modelId="{6446AA4D-F709-4C1A-8CEC-DF885A476525}" type="presOf" srcId="{B8EEEE07-925F-4474-AC75-095981074E43}" destId="{BFF8621A-B487-4FA6-9C9D-38B69A9183F9}" srcOrd="0" destOrd="0" presId="urn:microsoft.com/office/officeart/2005/8/layout/process2"/>
    <dgm:cxn modelId="{6AD3E954-DD28-4A81-8BB6-6F567B34F486}" type="presOf" srcId="{E6F96B6D-9163-4786-B357-4A1D64AA7D86}" destId="{4B907113-10A3-46E8-982E-6918C78AF121}" srcOrd="1" destOrd="0" presId="urn:microsoft.com/office/officeart/2005/8/layout/process2"/>
    <dgm:cxn modelId="{901E527F-9316-46E2-B096-E42AB851AE55}" type="presOf" srcId="{EFC98BA8-3B3F-4DB0-993B-04E8F9AA05DF}" destId="{A5CA5731-1FA4-414E-98F6-1E18D8BB62CD}" srcOrd="0" destOrd="0" presId="urn:microsoft.com/office/officeart/2005/8/layout/process2"/>
    <dgm:cxn modelId="{B65EAB7F-973B-429A-B030-54C1E50174E1}" type="presOf" srcId="{0A9A86F5-A666-428C-A3EE-9500CCD73596}" destId="{D087E1CC-D4E3-4B72-9702-5F53897689BE}" srcOrd="0" destOrd="0" presId="urn:microsoft.com/office/officeart/2005/8/layout/process2"/>
    <dgm:cxn modelId="{B550DA92-26E1-4180-9366-53B7972940D7}" type="presOf" srcId="{6AAD94DF-62A0-4C94-8463-2AC9122F2F6C}" destId="{3866ECAC-25A0-44EE-8D69-8C779C34B60D}" srcOrd="0" destOrd="0" presId="urn:microsoft.com/office/officeart/2005/8/layout/process2"/>
    <dgm:cxn modelId="{28A1C4AC-07D1-4A8F-A83F-D0E9CCAC0713}" type="presOf" srcId="{6ABD60C1-1DB6-40E8-A295-1F8071B488B7}" destId="{6AA700F3-1CD8-464D-85D9-D66CA3965CDF}" srcOrd="0" destOrd="0" presId="urn:microsoft.com/office/officeart/2005/8/layout/process2"/>
    <dgm:cxn modelId="{5A57F3C0-A865-4BD0-A6A9-2A992FC4B0FC}" srcId="{8DCAFB3A-BF82-4867-8B7C-EC1B215241CC}" destId="{6ABD60C1-1DB6-40E8-A295-1F8071B488B7}" srcOrd="0" destOrd="0" parTransId="{C91331D7-9ED7-440C-A081-74857C3D5D02}" sibTransId="{5586D8C9-FCC2-4B2D-A8D4-E5331BF1560F}"/>
    <dgm:cxn modelId="{0D7405CB-97FE-4430-956F-348F16CD47BD}" type="presOf" srcId="{EB0B91F1-47B5-48CE-96CE-1ACFA7F8A492}" destId="{7D434439-8159-4A8E-AE73-2DC796FA839A}" srcOrd="0" destOrd="0" presId="urn:microsoft.com/office/officeart/2005/8/layout/process2"/>
    <dgm:cxn modelId="{E0F28DD6-6F0D-48FD-ABDF-831A7F2A520A}" type="presOf" srcId="{C9F24635-7FCE-41D6-8E8B-267D1CDF0D74}" destId="{13AA5602-8DA2-4171-BBA2-1B7673D1A244}" srcOrd="0" destOrd="0" presId="urn:microsoft.com/office/officeart/2005/8/layout/process2"/>
    <dgm:cxn modelId="{B6CD8CE4-89B3-4E98-9FE2-1A67B77DC697}" type="presOf" srcId="{0A9A86F5-A666-428C-A3EE-9500CCD73596}" destId="{1049DF50-C4F8-422B-8B9C-06FB98628BF7}" srcOrd="1" destOrd="0" presId="urn:microsoft.com/office/officeart/2005/8/layout/process2"/>
    <dgm:cxn modelId="{DD9902F3-07BE-45EA-BC7D-453BEEF64E1B}" type="presOf" srcId="{EFC98BA8-3B3F-4DB0-993B-04E8F9AA05DF}" destId="{ED98E578-5F8A-41DA-8A5B-D4E2A1EB0AB5}" srcOrd="1" destOrd="0" presId="urn:microsoft.com/office/officeart/2005/8/layout/process2"/>
    <dgm:cxn modelId="{35F9D8FB-903A-42F2-84FA-E8B19BBDC6AC}" srcId="{8DCAFB3A-BF82-4867-8B7C-EC1B215241CC}" destId="{EB0B91F1-47B5-48CE-96CE-1ACFA7F8A492}" srcOrd="4" destOrd="0" parTransId="{853C8331-F734-4B01-9BF6-1950FC9E0113}" sibTransId="{C1C6D1DE-6F04-4029-A28A-B6B81D5FD893}"/>
    <dgm:cxn modelId="{541B3127-4628-4D9B-8DFC-5108CF69857B}" type="presParOf" srcId="{844C0F04-CC24-4BFF-8A5C-C256C0DB51EE}" destId="{6AA700F3-1CD8-464D-85D9-D66CA3965CDF}" srcOrd="0" destOrd="0" presId="urn:microsoft.com/office/officeart/2005/8/layout/process2"/>
    <dgm:cxn modelId="{144CFE5A-DA2D-4B60-822F-D4F04E34F5F6}" type="presParOf" srcId="{844C0F04-CC24-4BFF-8A5C-C256C0DB51EE}" destId="{F3CA39EC-6F91-464A-A5F2-6B092D12F6CD}" srcOrd="1" destOrd="0" presId="urn:microsoft.com/office/officeart/2005/8/layout/process2"/>
    <dgm:cxn modelId="{C83E53E1-0FDB-4569-B87A-B6FA7CB60A90}" type="presParOf" srcId="{F3CA39EC-6F91-464A-A5F2-6B092D12F6CD}" destId="{6B1A9E6F-1FE3-4185-92A4-1F21FF6C5459}" srcOrd="0" destOrd="0" presId="urn:microsoft.com/office/officeart/2005/8/layout/process2"/>
    <dgm:cxn modelId="{53C1F0D7-FC2E-448A-B2DC-C0DCC8F31A3E}" type="presParOf" srcId="{844C0F04-CC24-4BFF-8A5C-C256C0DB51EE}" destId="{3866ECAC-25A0-44EE-8D69-8C779C34B60D}" srcOrd="2" destOrd="0" presId="urn:microsoft.com/office/officeart/2005/8/layout/process2"/>
    <dgm:cxn modelId="{6A9A3B02-6118-4572-895C-E92FE5415A4B}" type="presParOf" srcId="{844C0F04-CC24-4BFF-8A5C-C256C0DB51EE}" destId="{1A68EF3C-7D20-4490-8D45-C477D74FFFC7}" srcOrd="3" destOrd="0" presId="urn:microsoft.com/office/officeart/2005/8/layout/process2"/>
    <dgm:cxn modelId="{F699489A-9C25-4A68-BB5F-0F7D36DF8617}" type="presParOf" srcId="{1A68EF3C-7D20-4490-8D45-C477D74FFFC7}" destId="{4B907113-10A3-46E8-982E-6918C78AF121}" srcOrd="0" destOrd="0" presId="urn:microsoft.com/office/officeart/2005/8/layout/process2"/>
    <dgm:cxn modelId="{D892C388-5E84-492F-83C1-22192B17D7A4}" type="presParOf" srcId="{844C0F04-CC24-4BFF-8A5C-C256C0DB51EE}" destId="{13AA5602-8DA2-4171-BBA2-1B7673D1A244}" srcOrd="4" destOrd="0" presId="urn:microsoft.com/office/officeart/2005/8/layout/process2"/>
    <dgm:cxn modelId="{CD1C3913-CA2B-4F12-B229-4BC858D44214}" type="presParOf" srcId="{844C0F04-CC24-4BFF-8A5C-C256C0DB51EE}" destId="{D087E1CC-D4E3-4B72-9702-5F53897689BE}" srcOrd="5" destOrd="0" presId="urn:microsoft.com/office/officeart/2005/8/layout/process2"/>
    <dgm:cxn modelId="{5270A9C0-32D6-480D-8786-C34E02CB51C3}" type="presParOf" srcId="{D087E1CC-D4E3-4B72-9702-5F53897689BE}" destId="{1049DF50-C4F8-422B-8B9C-06FB98628BF7}" srcOrd="0" destOrd="0" presId="urn:microsoft.com/office/officeart/2005/8/layout/process2"/>
    <dgm:cxn modelId="{2A2B2525-640C-4960-AE9C-5AC21A60CC41}" type="presParOf" srcId="{844C0F04-CC24-4BFF-8A5C-C256C0DB51EE}" destId="{BFF8621A-B487-4FA6-9C9D-38B69A9183F9}" srcOrd="6" destOrd="0" presId="urn:microsoft.com/office/officeart/2005/8/layout/process2"/>
    <dgm:cxn modelId="{12E0BBF6-3AC8-4C73-8F4B-A20936C196BC}" type="presParOf" srcId="{844C0F04-CC24-4BFF-8A5C-C256C0DB51EE}" destId="{A5CA5731-1FA4-414E-98F6-1E18D8BB62CD}" srcOrd="7" destOrd="0" presId="urn:microsoft.com/office/officeart/2005/8/layout/process2"/>
    <dgm:cxn modelId="{C502955E-5096-4A60-A83E-F86D4C4A4011}" type="presParOf" srcId="{A5CA5731-1FA4-414E-98F6-1E18D8BB62CD}" destId="{ED98E578-5F8A-41DA-8A5B-D4E2A1EB0AB5}" srcOrd="0" destOrd="0" presId="urn:microsoft.com/office/officeart/2005/8/layout/process2"/>
    <dgm:cxn modelId="{A9A2FEA2-4949-4FA8-BF68-A323F16B0A51}" type="presParOf" srcId="{844C0F04-CC24-4BFF-8A5C-C256C0DB51EE}" destId="{7D434439-8159-4A8E-AE73-2DC796FA839A}" srcOrd="8" destOrd="0" presId="urn:microsoft.com/office/officeart/2005/8/layout/process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AA700F3-1CD8-464D-85D9-D66CA3965CDF}">
      <dsp:nvSpPr>
        <dsp:cNvPr id="0" name=""/>
        <dsp:cNvSpPr/>
      </dsp:nvSpPr>
      <dsp:spPr>
        <a:xfrm>
          <a:off x="246893" y="3264"/>
          <a:ext cx="4123932" cy="763244"/>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kumimoji="1" lang="en-US" sz="2000" kern="1200"/>
            <a:t>AWS account</a:t>
          </a:r>
          <a:r>
            <a:rPr kumimoji="1" lang="ja-JP" sz="2000" kern="1200"/>
            <a:t>を作る</a:t>
          </a:r>
          <a:endParaRPr lang="ja-JP" sz="2000" kern="1200"/>
        </a:p>
      </dsp:txBody>
      <dsp:txXfrm>
        <a:off x="269248" y="25619"/>
        <a:ext cx="4079222" cy="718534"/>
      </dsp:txXfrm>
    </dsp:sp>
    <dsp:sp modelId="{F3CA39EC-6F91-464A-A5F2-6B092D12F6CD}">
      <dsp:nvSpPr>
        <dsp:cNvPr id="0" name=""/>
        <dsp:cNvSpPr/>
      </dsp:nvSpPr>
      <dsp:spPr>
        <a:xfrm rot="5400000">
          <a:off x="2165751" y="785589"/>
          <a:ext cx="286216" cy="343460"/>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kumimoji="1" lang="ja-JP" altLang="en-US" sz="2000" kern="1200"/>
        </a:p>
      </dsp:txBody>
      <dsp:txXfrm rot="-5400000">
        <a:off x="2205822" y="814211"/>
        <a:ext cx="206076" cy="200351"/>
      </dsp:txXfrm>
    </dsp:sp>
    <dsp:sp modelId="{3866ECAC-25A0-44EE-8D69-8C779C34B60D}">
      <dsp:nvSpPr>
        <dsp:cNvPr id="0" name=""/>
        <dsp:cNvSpPr/>
      </dsp:nvSpPr>
      <dsp:spPr>
        <a:xfrm>
          <a:off x="182872" y="1148131"/>
          <a:ext cx="4251974" cy="763244"/>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kumimoji="1" lang="ja-JP" sz="2000" kern="1200" dirty="0"/>
            <a:t>リソース</a:t>
          </a:r>
          <a:r>
            <a:rPr kumimoji="1" lang="en-US" sz="2000" kern="1200" dirty="0"/>
            <a:t>(S3, Athena)</a:t>
          </a:r>
          <a:r>
            <a:rPr kumimoji="1" lang="ja-JP" sz="2000" kern="1200" dirty="0"/>
            <a:t>を割り当てる</a:t>
          </a:r>
          <a:endParaRPr lang="ja-JP" sz="2000" kern="1200" dirty="0"/>
        </a:p>
      </dsp:txBody>
      <dsp:txXfrm>
        <a:off x="205227" y="1170486"/>
        <a:ext cx="4207264" cy="718534"/>
      </dsp:txXfrm>
    </dsp:sp>
    <dsp:sp modelId="{1A68EF3C-7D20-4490-8D45-C477D74FFFC7}">
      <dsp:nvSpPr>
        <dsp:cNvPr id="0" name=""/>
        <dsp:cNvSpPr/>
      </dsp:nvSpPr>
      <dsp:spPr>
        <a:xfrm rot="5400000">
          <a:off x="2165751" y="1930456"/>
          <a:ext cx="286216" cy="343460"/>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kumimoji="1" lang="ja-JP" altLang="en-US" sz="2000" kern="1200"/>
        </a:p>
      </dsp:txBody>
      <dsp:txXfrm rot="-5400000">
        <a:off x="2205822" y="1959078"/>
        <a:ext cx="206076" cy="200351"/>
      </dsp:txXfrm>
    </dsp:sp>
    <dsp:sp modelId="{13AA5602-8DA2-4171-BBA2-1B7673D1A244}">
      <dsp:nvSpPr>
        <dsp:cNvPr id="0" name=""/>
        <dsp:cNvSpPr/>
      </dsp:nvSpPr>
      <dsp:spPr>
        <a:xfrm>
          <a:off x="182872" y="2292997"/>
          <a:ext cx="4251974" cy="763244"/>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kumimoji="1" lang="en-US" sz="2000" kern="1200"/>
            <a:t>Athena</a:t>
          </a:r>
          <a:r>
            <a:rPr kumimoji="1" lang="ja-JP" sz="2000" kern="1200"/>
            <a:t>から</a:t>
          </a:r>
          <a:r>
            <a:rPr kumimoji="1" lang="en-US" sz="2000" kern="1200"/>
            <a:t>common crawl</a:t>
          </a:r>
          <a:r>
            <a:rPr kumimoji="1" lang="ja-JP" sz="2000" kern="1200"/>
            <a:t>への検索クエリ</a:t>
          </a:r>
          <a:r>
            <a:rPr kumimoji="1" lang="en-US" sz="2000" kern="1200"/>
            <a:t>(SQL)</a:t>
          </a:r>
          <a:r>
            <a:rPr kumimoji="1" lang="ja-JP" sz="2000" kern="1200"/>
            <a:t>を投げ込む</a:t>
          </a:r>
          <a:endParaRPr lang="ja-JP" sz="2000" kern="1200"/>
        </a:p>
      </dsp:txBody>
      <dsp:txXfrm>
        <a:off x="205227" y="2315352"/>
        <a:ext cx="4207264" cy="718534"/>
      </dsp:txXfrm>
    </dsp:sp>
    <dsp:sp modelId="{D087E1CC-D4E3-4B72-9702-5F53897689BE}">
      <dsp:nvSpPr>
        <dsp:cNvPr id="0" name=""/>
        <dsp:cNvSpPr/>
      </dsp:nvSpPr>
      <dsp:spPr>
        <a:xfrm rot="5400000">
          <a:off x="2165751" y="3075323"/>
          <a:ext cx="286216" cy="343460"/>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kumimoji="1" lang="ja-JP" altLang="en-US" sz="2000" kern="1200"/>
        </a:p>
      </dsp:txBody>
      <dsp:txXfrm rot="-5400000">
        <a:off x="2205822" y="3103945"/>
        <a:ext cx="206076" cy="200351"/>
      </dsp:txXfrm>
    </dsp:sp>
    <dsp:sp modelId="{BFF8621A-B487-4FA6-9C9D-38B69A9183F9}">
      <dsp:nvSpPr>
        <dsp:cNvPr id="0" name=""/>
        <dsp:cNvSpPr/>
      </dsp:nvSpPr>
      <dsp:spPr>
        <a:xfrm>
          <a:off x="155441" y="3437864"/>
          <a:ext cx="4306836" cy="763244"/>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kumimoji="1" lang="ja-JP" sz="2000" kern="1200" dirty="0"/>
            <a:t>検索結果（</a:t>
          </a:r>
          <a:r>
            <a:rPr kumimoji="1" lang="en-US" sz="2000" kern="1200" dirty="0"/>
            <a:t>Offset, record length</a:t>
          </a:r>
          <a:r>
            <a:rPr kumimoji="1" lang="ja-JP" sz="2000" kern="1200" dirty="0"/>
            <a:t>）は</a:t>
          </a:r>
          <a:r>
            <a:rPr kumimoji="1" lang="en-US" sz="2000" kern="1200" dirty="0"/>
            <a:t>S3</a:t>
          </a:r>
          <a:r>
            <a:rPr kumimoji="1" lang="ja-JP" sz="2000" kern="1200" dirty="0"/>
            <a:t>上に</a:t>
          </a:r>
          <a:r>
            <a:rPr kumimoji="1" lang="en-US" sz="2000" kern="1200" dirty="0"/>
            <a:t>csv</a:t>
          </a:r>
          <a:r>
            <a:rPr kumimoji="1" lang="ja-JP" sz="2000" kern="1200" dirty="0"/>
            <a:t>で保存</a:t>
          </a:r>
          <a:endParaRPr lang="ja-JP" sz="2000" kern="1200" dirty="0"/>
        </a:p>
      </dsp:txBody>
      <dsp:txXfrm>
        <a:off x="177796" y="3460219"/>
        <a:ext cx="4262126" cy="718534"/>
      </dsp:txXfrm>
    </dsp:sp>
    <dsp:sp modelId="{A5CA5731-1FA4-414E-98F6-1E18D8BB62CD}">
      <dsp:nvSpPr>
        <dsp:cNvPr id="0" name=""/>
        <dsp:cNvSpPr/>
      </dsp:nvSpPr>
      <dsp:spPr>
        <a:xfrm rot="5400000">
          <a:off x="2165751" y="4220190"/>
          <a:ext cx="286216" cy="343460"/>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kumimoji="1" lang="ja-JP" altLang="en-US" sz="2000" kern="1200"/>
        </a:p>
      </dsp:txBody>
      <dsp:txXfrm rot="-5400000">
        <a:off x="2205822" y="4248812"/>
        <a:ext cx="206076" cy="200351"/>
      </dsp:txXfrm>
    </dsp:sp>
    <dsp:sp modelId="{7D434439-8159-4A8E-AE73-2DC796FA839A}">
      <dsp:nvSpPr>
        <dsp:cNvPr id="0" name=""/>
        <dsp:cNvSpPr/>
      </dsp:nvSpPr>
      <dsp:spPr>
        <a:xfrm>
          <a:off x="146297" y="4582731"/>
          <a:ext cx="4325123" cy="763244"/>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kumimoji="1" lang="en-US" sz="2000" kern="1200"/>
            <a:t>Csv</a:t>
          </a:r>
          <a:r>
            <a:rPr kumimoji="1" lang="ja-JP" sz="2000" kern="1200"/>
            <a:t>をダウンロード</a:t>
          </a:r>
          <a:endParaRPr lang="ja-JP" sz="2000" kern="1200"/>
        </a:p>
      </dsp:txBody>
      <dsp:txXfrm>
        <a:off x="168652" y="4605086"/>
        <a:ext cx="4280413" cy="718534"/>
      </dsp:txXfrm>
    </dsp:sp>
  </dsp:spTree>
</dsp:drawing>
</file>

<file path=ppt/diagrams/layout1.xml><?xml version="1.0" encoding="utf-8"?>
<dgm:layoutDef xmlns:dgm="http://schemas.openxmlformats.org/drawingml/2006/diagram" xmlns:a="http://schemas.openxmlformats.org/drawingml/2006/main" uniqueId="urn:microsoft.com/office/officeart/2005/8/layout/process2">
  <dgm:title val=""/>
  <dgm:desc val=""/>
  <dgm:catLst>
    <dgm:cat type="process"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resizeHandles val="exact"/>
    </dgm:varLst>
    <dgm:alg type="lin">
      <dgm:param type="linDir" val="fromT"/>
    </dgm:alg>
    <dgm:shape xmlns:r="http://schemas.openxmlformats.org/officeDocument/2006/relationships" r:blip="">
      <dgm:adjLst/>
    </dgm:shape>
    <dgm:presOf/>
    <dgm:constrLst>
      <dgm:constr type="h" for="ch" ptType="node" refType="h"/>
      <dgm:constr type="h" for="ch" ptType="sibTrans" refType="h" refFor="ch" refPtType="node" fact="0.5"/>
      <dgm:constr type="w" for="ch" ptType="node"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choose name="Name0">
          <dgm:if name="Name1" axis="root des" ptType="all node" func="maxDepth" op="gt" val="1">
            <dgm:alg type="tx">
              <dgm:param type="parTxLTRAlign" val="l"/>
              <dgm:param type="parTxRTLAlign" val="r"/>
              <dgm:param type="txAnchorVertCh" val="mid"/>
            </dgm:alg>
          </dgm:if>
          <dgm:else name="Name2">
            <dgm:alg type="tx"/>
          </dgm:else>
        </dgm:choose>
        <dgm:shape xmlns:r="http://schemas.openxmlformats.org/officeDocument/2006/relationships" type="roundRect" r:blip="">
          <dgm:adjLst>
            <dgm:adj idx="1" val="0.1"/>
          </dgm:adjLst>
        </dgm:shape>
        <dgm:presOf axis="desOrSelf" ptType="node"/>
        <dgm:constrLst>
          <dgm:constr type="w" refType="h" fact="1.8"/>
          <dgm:constr type="tMarg" refType="primFontSz" fact="0.3"/>
          <dgm:constr type="bMarg" refType="primFontSz" fact="0.3"/>
          <dgm:constr type="lMarg" refType="primFontSz" fact="0.3"/>
          <dgm:constr type="rMarg" refType="primFontSz" fact="0.3"/>
        </dgm:constrLst>
        <dgm:ruleLst>
          <dgm:rule type="primFontSz" val="18" fact="NaN" max="NaN"/>
          <dgm:rule type="w" val="NaN" fact="4" max="NaN"/>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w" refType="h" fact="0.9"/>
            <dgm:constr type="connDist"/>
            <dgm:constr type="wArH" refType="w" fact="0.5"/>
            <dgm:constr type="hArH" refType="w"/>
            <dgm:constr type="stemThick" refType="w" fact="0.6"/>
            <dgm:constr type="begPad" refType="connDist" fact="0.125"/>
            <dgm:constr type="endPad" refType="connDist" fact="0.125"/>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5366070-C815-9C73-F5FC-0EBBC56C2319}"/>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60FE2422-1986-73FD-90A3-F886A4C7931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08B866F5-9732-E383-3C79-A7DBE1543A08}"/>
              </a:ext>
            </a:extLst>
          </p:cNvPr>
          <p:cNvSpPr>
            <a:spLocks noGrp="1"/>
          </p:cNvSpPr>
          <p:nvPr>
            <p:ph type="dt" sz="half" idx="10"/>
          </p:nvPr>
        </p:nvSpPr>
        <p:spPr/>
        <p:txBody>
          <a:bodyPr/>
          <a:lstStyle/>
          <a:p>
            <a:fld id="{4E25C041-7D73-4F15-B263-B37D6FA61E16}" type="datetimeFigureOut">
              <a:rPr kumimoji="1" lang="ja-JP" altLang="en-US" smtClean="0"/>
              <a:t>2026/5/19</a:t>
            </a:fld>
            <a:endParaRPr kumimoji="1" lang="ja-JP" altLang="en-US"/>
          </a:p>
        </p:txBody>
      </p:sp>
      <p:sp>
        <p:nvSpPr>
          <p:cNvPr id="5" name="フッター プレースホルダー 4">
            <a:extLst>
              <a:ext uri="{FF2B5EF4-FFF2-40B4-BE49-F238E27FC236}">
                <a16:creationId xmlns:a16="http://schemas.microsoft.com/office/drawing/2014/main" id="{A7E57D04-787B-C83C-D13F-E4FA3BCCBA9C}"/>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3437EF27-6680-6088-54F7-79CFCDFB23CD}"/>
              </a:ext>
            </a:extLst>
          </p:cNvPr>
          <p:cNvSpPr>
            <a:spLocks noGrp="1"/>
          </p:cNvSpPr>
          <p:nvPr>
            <p:ph type="sldNum" sz="quarter" idx="12"/>
          </p:nvPr>
        </p:nvSpPr>
        <p:spPr/>
        <p:txBody>
          <a:bodyPr/>
          <a:lstStyle/>
          <a:p>
            <a:fld id="{2481D8A7-EA70-4A6C-B61A-B7B0965C8DFE}" type="slidenum">
              <a:rPr kumimoji="1" lang="ja-JP" altLang="en-US" smtClean="0"/>
              <a:t>‹#›</a:t>
            </a:fld>
            <a:endParaRPr kumimoji="1" lang="ja-JP" altLang="en-US"/>
          </a:p>
        </p:txBody>
      </p:sp>
    </p:spTree>
    <p:extLst>
      <p:ext uri="{BB962C8B-B14F-4D97-AF65-F5344CB8AC3E}">
        <p14:creationId xmlns:p14="http://schemas.microsoft.com/office/powerpoint/2010/main" val="2246186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4FA99A5-1E62-A412-EDCF-151104F2B73E}"/>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62F719A4-03B4-D45E-EE1F-D7A8CD5833A3}"/>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EE3B1339-E46A-98B1-A30F-57DD38828055}"/>
              </a:ext>
            </a:extLst>
          </p:cNvPr>
          <p:cNvSpPr>
            <a:spLocks noGrp="1"/>
          </p:cNvSpPr>
          <p:nvPr>
            <p:ph type="dt" sz="half" idx="10"/>
          </p:nvPr>
        </p:nvSpPr>
        <p:spPr/>
        <p:txBody>
          <a:bodyPr/>
          <a:lstStyle/>
          <a:p>
            <a:fld id="{4E25C041-7D73-4F15-B263-B37D6FA61E16}" type="datetimeFigureOut">
              <a:rPr kumimoji="1" lang="ja-JP" altLang="en-US" smtClean="0"/>
              <a:t>2026/5/19</a:t>
            </a:fld>
            <a:endParaRPr kumimoji="1" lang="ja-JP" altLang="en-US"/>
          </a:p>
        </p:txBody>
      </p:sp>
      <p:sp>
        <p:nvSpPr>
          <p:cNvPr id="5" name="フッター プレースホルダー 4">
            <a:extLst>
              <a:ext uri="{FF2B5EF4-FFF2-40B4-BE49-F238E27FC236}">
                <a16:creationId xmlns:a16="http://schemas.microsoft.com/office/drawing/2014/main" id="{11D84A7B-4B0E-D4F7-FE70-F6F7B32E6EE6}"/>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76CFF4D9-E398-AC9C-525A-1AA25DC5AB08}"/>
              </a:ext>
            </a:extLst>
          </p:cNvPr>
          <p:cNvSpPr>
            <a:spLocks noGrp="1"/>
          </p:cNvSpPr>
          <p:nvPr>
            <p:ph type="sldNum" sz="quarter" idx="12"/>
          </p:nvPr>
        </p:nvSpPr>
        <p:spPr/>
        <p:txBody>
          <a:bodyPr/>
          <a:lstStyle/>
          <a:p>
            <a:fld id="{2481D8A7-EA70-4A6C-B61A-B7B0965C8DFE}" type="slidenum">
              <a:rPr kumimoji="1" lang="ja-JP" altLang="en-US" smtClean="0"/>
              <a:t>‹#›</a:t>
            </a:fld>
            <a:endParaRPr kumimoji="1" lang="ja-JP" altLang="en-US"/>
          </a:p>
        </p:txBody>
      </p:sp>
    </p:spTree>
    <p:extLst>
      <p:ext uri="{BB962C8B-B14F-4D97-AF65-F5344CB8AC3E}">
        <p14:creationId xmlns:p14="http://schemas.microsoft.com/office/powerpoint/2010/main" val="6271429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84A51C2-F6A9-F49A-F3D0-A07F403F8BDF}"/>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69AF49F3-1DF8-5DB0-4329-06D125EA596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E25C498D-66E2-B980-79E1-53903069A962}"/>
              </a:ext>
            </a:extLst>
          </p:cNvPr>
          <p:cNvSpPr>
            <a:spLocks noGrp="1"/>
          </p:cNvSpPr>
          <p:nvPr>
            <p:ph type="dt" sz="half" idx="10"/>
          </p:nvPr>
        </p:nvSpPr>
        <p:spPr/>
        <p:txBody>
          <a:bodyPr/>
          <a:lstStyle/>
          <a:p>
            <a:fld id="{4E25C041-7D73-4F15-B263-B37D6FA61E16}" type="datetimeFigureOut">
              <a:rPr kumimoji="1" lang="ja-JP" altLang="en-US" smtClean="0"/>
              <a:t>2026/5/19</a:t>
            </a:fld>
            <a:endParaRPr kumimoji="1" lang="ja-JP" altLang="en-US"/>
          </a:p>
        </p:txBody>
      </p:sp>
      <p:sp>
        <p:nvSpPr>
          <p:cNvPr id="5" name="フッター プレースホルダー 4">
            <a:extLst>
              <a:ext uri="{FF2B5EF4-FFF2-40B4-BE49-F238E27FC236}">
                <a16:creationId xmlns:a16="http://schemas.microsoft.com/office/drawing/2014/main" id="{FFFB16C1-C48B-2B5F-9B1C-9409F853BCCF}"/>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CB4A9D63-93FD-51CD-69A1-6AB5F8A6D213}"/>
              </a:ext>
            </a:extLst>
          </p:cNvPr>
          <p:cNvSpPr>
            <a:spLocks noGrp="1"/>
          </p:cNvSpPr>
          <p:nvPr>
            <p:ph type="sldNum" sz="quarter" idx="12"/>
          </p:nvPr>
        </p:nvSpPr>
        <p:spPr/>
        <p:txBody>
          <a:bodyPr/>
          <a:lstStyle/>
          <a:p>
            <a:fld id="{2481D8A7-EA70-4A6C-B61A-B7B0965C8DFE}" type="slidenum">
              <a:rPr kumimoji="1" lang="ja-JP" altLang="en-US" smtClean="0"/>
              <a:t>‹#›</a:t>
            </a:fld>
            <a:endParaRPr kumimoji="1" lang="ja-JP" altLang="en-US"/>
          </a:p>
        </p:txBody>
      </p:sp>
    </p:spTree>
    <p:extLst>
      <p:ext uri="{BB962C8B-B14F-4D97-AF65-F5344CB8AC3E}">
        <p14:creationId xmlns:p14="http://schemas.microsoft.com/office/powerpoint/2010/main" val="26659621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B1D3556-BD8B-BC88-4DC4-9F78C7DD35CD}"/>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FEA06A40-3BF6-3BF3-A6D9-64146CCA4AED}"/>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40CFC8C8-C3B3-823E-51D2-FDD2E07D7FE7}"/>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31255360-BDEB-20F2-D936-F03BB713AF0B}"/>
              </a:ext>
            </a:extLst>
          </p:cNvPr>
          <p:cNvSpPr>
            <a:spLocks noGrp="1"/>
          </p:cNvSpPr>
          <p:nvPr>
            <p:ph type="dt" sz="half" idx="10"/>
          </p:nvPr>
        </p:nvSpPr>
        <p:spPr/>
        <p:txBody>
          <a:bodyPr/>
          <a:lstStyle/>
          <a:p>
            <a:fld id="{4E25C041-7D73-4F15-B263-B37D6FA61E16}" type="datetimeFigureOut">
              <a:rPr kumimoji="1" lang="ja-JP" altLang="en-US" smtClean="0"/>
              <a:t>2026/5/19</a:t>
            </a:fld>
            <a:endParaRPr kumimoji="1" lang="ja-JP" altLang="en-US"/>
          </a:p>
        </p:txBody>
      </p:sp>
      <p:sp>
        <p:nvSpPr>
          <p:cNvPr id="6" name="フッター プレースホルダー 5">
            <a:extLst>
              <a:ext uri="{FF2B5EF4-FFF2-40B4-BE49-F238E27FC236}">
                <a16:creationId xmlns:a16="http://schemas.microsoft.com/office/drawing/2014/main" id="{7E14D099-53C6-0C9E-36F1-9B32506B3C64}"/>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09F1CB4A-C765-8CE7-CECC-304E9C292357}"/>
              </a:ext>
            </a:extLst>
          </p:cNvPr>
          <p:cNvSpPr>
            <a:spLocks noGrp="1"/>
          </p:cNvSpPr>
          <p:nvPr>
            <p:ph type="sldNum" sz="quarter" idx="12"/>
          </p:nvPr>
        </p:nvSpPr>
        <p:spPr/>
        <p:txBody>
          <a:bodyPr/>
          <a:lstStyle/>
          <a:p>
            <a:fld id="{2481D8A7-EA70-4A6C-B61A-B7B0965C8DFE}" type="slidenum">
              <a:rPr kumimoji="1" lang="ja-JP" altLang="en-US" smtClean="0"/>
              <a:t>‹#›</a:t>
            </a:fld>
            <a:endParaRPr kumimoji="1" lang="ja-JP" altLang="en-US"/>
          </a:p>
        </p:txBody>
      </p:sp>
    </p:spTree>
    <p:extLst>
      <p:ext uri="{BB962C8B-B14F-4D97-AF65-F5344CB8AC3E}">
        <p14:creationId xmlns:p14="http://schemas.microsoft.com/office/powerpoint/2010/main" val="16335266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DB5C63B-6B5C-AC43-C57B-8295456963EC}"/>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AE023B7D-76BA-73A1-B294-B62D42A4BCD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ABA14082-1EC5-D55D-806E-C0AFA86DB146}"/>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4CBA7BB0-14C1-2430-422B-84CB4A0B275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13F91F14-68A6-C6D4-AF1A-26B0C9B094B6}"/>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76ECC324-B2C9-87EC-7507-D91A926E1B2A}"/>
              </a:ext>
            </a:extLst>
          </p:cNvPr>
          <p:cNvSpPr>
            <a:spLocks noGrp="1"/>
          </p:cNvSpPr>
          <p:nvPr>
            <p:ph type="dt" sz="half" idx="10"/>
          </p:nvPr>
        </p:nvSpPr>
        <p:spPr/>
        <p:txBody>
          <a:bodyPr/>
          <a:lstStyle/>
          <a:p>
            <a:fld id="{4E25C041-7D73-4F15-B263-B37D6FA61E16}" type="datetimeFigureOut">
              <a:rPr kumimoji="1" lang="ja-JP" altLang="en-US" smtClean="0"/>
              <a:t>2026/5/19</a:t>
            </a:fld>
            <a:endParaRPr kumimoji="1" lang="ja-JP" altLang="en-US"/>
          </a:p>
        </p:txBody>
      </p:sp>
      <p:sp>
        <p:nvSpPr>
          <p:cNvPr id="8" name="フッター プレースホルダー 7">
            <a:extLst>
              <a:ext uri="{FF2B5EF4-FFF2-40B4-BE49-F238E27FC236}">
                <a16:creationId xmlns:a16="http://schemas.microsoft.com/office/drawing/2014/main" id="{28D9925F-9033-F624-01F7-C373BBDC2E30}"/>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795A31BF-1138-C813-3DFB-8BDD9F8E404E}"/>
              </a:ext>
            </a:extLst>
          </p:cNvPr>
          <p:cNvSpPr>
            <a:spLocks noGrp="1"/>
          </p:cNvSpPr>
          <p:nvPr>
            <p:ph type="sldNum" sz="quarter" idx="12"/>
          </p:nvPr>
        </p:nvSpPr>
        <p:spPr/>
        <p:txBody>
          <a:bodyPr/>
          <a:lstStyle/>
          <a:p>
            <a:fld id="{2481D8A7-EA70-4A6C-B61A-B7B0965C8DFE}" type="slidenum">
              <a:rPr kumimoji="1" lang="ja-JP" altLang="en-US" smtClean="0"/>
              <a:t>‹#›</a:t>
            </a:fld>
            <a:endParaRPr kumimoji="1" lang="ja-JP" altLang="en-US"/>
          </a:p>
        </p:txBody>
      </p:sp>
    </p:spTree>
    <p:extLst>
      <p:ext uri="{BB962C8B-B14F-4D97-AF65-F5344CB8AC3E}">
        <p14:creationId xmlns:p14="http://schemas.microsoft.com/office/powerpoint/2010/main" val="40583255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368CB2D-8CAB-A5EB-B90F-2A2C971FC6E2}"/>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D19EA7BE-A6FB-7B65-789E-56719298AC24}"/>
              </a:ext>
            </a:extLst>
          </p:cNvPr>
          <p:cNvSpPr>
            <a:spLocks noGrp="1"/>
          </p:cNvSpPr>
          <p:nvPr>
            <p:ph type="dt" sz="half" idx="10"/>
          </p:nvPr>
        </p:nvSpPr>
        <p:spPr/>
        <p:txBody>
          <a:bodyPr/>
          <a:lstStyle/>
          <a:p>
            <a:fld id="{4E25C041-7D73-4F15-B263-B37D6FA61E16}" type="datetimeFigureOut">
              <a:rPr kumimoji="1" lang="ja-JP" altLang="en-US" smtClean="0"/>
              <a:t>2026/5/19</a:t>
            </a:fld>
            <a:endParaRPr kumimoji="1" lang="ja-JP" altLang="en-US"/>
          </a:p>
        </p:txBody>
      </p:sp>
      <p:sp>
        <p:nvSpPr>
          <p:cNvPr id="4" name="フッター プレースホルダー 3">
            <a:extLst>
              <a:ext uri="{FF2B5EF4-FFF2-40B4-BE49-F238E27FC236}">
                <a16:creationId xmlns:a16="http://schemas.microsoft.com/office/drawing/2014/main" id="{88EDF5EB-1D2C-C7E0-CD88-DDF29AAA2B00}"/>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553666A3-A62C-1ADC-7E1A-62D2FE29DB6E}"/>
              </a:ext>
            </a:extLst>
          </p:cNvPr>
          <p:cNvSpPr>
            <a:spLocks noGrp="1"/>
          </p:cNvSpPr>
          <p:nvPr>
            <p:ph type="sldNum" sz="quarter" idx="12"/>
          </p:nvPr>
        </p:nvSpPr>
        <p:spPr/>
        <p:txBody>
          <a:bodyPr/>
          <a:lstStyle/>
          <a:p>
            <a:fld id="{2481D8A7-EA70-4A6C-B61A-B7B0965C8DFE}" type="slidenum">
              <a:rPr kumimoji="1" lang="ja-JP" altLang="en-US" smtClean="0"/>
              <a:t>‹#›</a:t>
            </a:fld>
            <a:endParaRPr kumimoji="1" lang="ja-JP" altLang="en-US"/>
          </a:p>
        </p:txBody>
      </p:sp>
    </p:spTree>
    <p:extLst>
      <p:ext uri="{BB962C8B-B14F-4D97-AF65-F5344CB8AC3E}">
        <p14:creationId xmlns:p14="http://schemas.microsoft.com/office/powerpoint/2010/main" val="29035726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8854266E-4476-2F9F-D5F8-13A1C52FFD39}"/>
              </a:ext>
            </a:extLst>
          </p:cNvPr>
          <p:cNvSpPr>
            <a:spLocks noGrp="1"/>
          </p:cNvSpPr>
          <p:nvPr>
            <p:ph type="dt" sz="half" idx="10"/>
          </p:nvPr>
        </p:nvSpPr>
        <p:spPr/>
        <p:txBody>
          <a:bodyPr/>
          <a:lstStyle/>
          <a:p>
            <a:fld id="{4E25C041-7D73-4F15-B263-B37D6FA61E16}" type="datetimeFigureOut">
              <a:rPr kumimoji="1" lang="ja-JP" altLang="en-US" smtClean="0"/>
              <a:t>2026/5/19</a:t>
            </a:fld>
            <a:endParaRPr kumimoji="1" lang="ja-JP" altLang="en-US"/>
          </a:p>
        </p:txBody>
      </p:sp>
      <p:sp>
        <p:nvSpPr>
          <p:cNvPr id="3" name="フッター プレースホルダー 2">
            <a:extLst>
              <a:ext uri="{FF2B5EF4-FFF2-40B4-BE49-F238E27FC236}">
                <a16:creationId xmlns:a16="http://schemas.microsoft.com/office/drawing/2014/main" id="{0FC46D78-7160-A213-BF5B-50F69B944E1E}"/>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9D321191-7115-89A7-E102-F9B2A7129961}"/>
              </a:ext>
            </a:extLst>
          </p:cNvPr>
          <p:cNvSpPr>
            <a:spLocks noGrp="1"/>
          </p:cNvSpPr>
          <p:nvPr>
            <p:ph type="sldNum" sz="quarter" idx="12"/>
          </p:nvPr>
        </p:nvSpPr>
        <p:spPr/>
        <p:txBody>
          <a:bodyPr/>
          <a:lstStyle/>
          <a:p>
            <a:fld id="{2481D8A7-EA70-4A6C-B61A-B7B0965C8DFE}" type="slidenum">
              <a:rPr kumimoji="1" lang="ja-JP" altLang="en-US" smtClean="0"/>
              <a:t>‹#›</a:t>
            </a:fld>
            <a:endParaRPr kumimoji="1" lang="ja-JP" altLang="en-US"/>
          </a:p>
        </p:txBody>
      </p:sp>
    </p:spTree>
    <p:extLst>
      <p:ext uri="{BB962C8B-B14F-4D97-AF65-F5344CB8AC3E}">
        <p14:creationId xmlns:p14="http://schemas.microsoft.com/office/powerpoint/2010/main" val="15792037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6E7CE0A-57E3-D32F-0BC9-ABB04A032630}"/>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4954FC6E-1CB1-D755-F8F9-CD02EE843CB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5E59B86F-F2D5-A231-6F1A-C69AF4DCC16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5C8D0E70-C60C-DCEE-C04F-53FD1BEDA469}"/>
              </a:ext>
            </a:extLst>
          </p:cNvPr>
          <p:cNvSpPr>
            <a:spLocks noGrp="1"/>
          </p:cNvSpPr>
          <p:nvPr>
            <p:ph type="dt" sz="half" idx="10"/>
          </p:nvPr>
        </p:nvSpPr>
        <p:spPr/>
        <p:txBody>
          <a:bodyPr/>
          <a:lstStyle/>
          <a:p>
            <a:fld id="{4E25C041-7D73-4F15-B263-B37D6FA61E16}" type="datetimeFigureOut">
              <a:rPr kumimoji="1" lang="ja-JP" altLang="en-US" smtClean="0"/>
              <a:t>2026/5/19</a:t>
            </a:fld>
            <a:endParaRPr kumimoji="1" lang="ja-JP" altLang="en-US"/>
          </a:p>
        </p:txBody>
      </p:sp>
      <p:sp>
        <p:nvSpPr>
          <p:cNvPr id="6" name="フッター プレースホルダー 5">
            <a:extLst>
              <a:ext uri="{FF2B5EF4-FFF2-40B4-BE49-F238E27FC236}">
                <a16:creationId xmlns:a16="http://schemas.microsoft.com/office/drawing/2014/main" id="{3C21C1BB-A01F-E6E7-2448-61D1816F7305}"/>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1EB0B3CF-BA94-02CF-F19C-A878EE8BC9CD}"/>
              </a:ext>
            </a:extLst>
          </p:cNvPr>
          <p:cNvSpPr>
            <a:spLocks noGrp="1"/>
          </p:cNvSpPr>
          <p:nvPr>
            <p:ph type="sldNum" sz="quarter" idx="12"/>
          </p:nvPr>
        </p:nvSpPr>
        <p:spPr/>
        <p:txBody>
          <a:bodyPr/>
          <a:lstStyle/>
          <a:p>
            <a:fld id="{2481D8A7-EA70-4A6C-B61A-B7B0965C8DFE}" type="slidenum">
              <a:rPr kumimoji="1" lang="ja-JP" altLang="en-US" smtClean="0"/>
              <a:t>‹#›</a:t>
            </a:fld>
            <a:endParaRPr kumimoji="1" lang="ja-JP" altLang="en-US"/>
          </a:p>
        </p:txBody>
      </p:sp>
    </p:spTree>
    <p:extLst>
      <p:ext uri="{BB962C8B-B14F-4D97-AF65-F5344CB8AC3E}">
        <p14:creationId xmlns:p14="http://schemas.microsoft.com/office/powerpoint/2010/main" val="17113451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FB98C95-A19C-B791-B143-A416489C5477}"/>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7A5A073D-B367-879A-5457-F5C263D9E84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ADA2608F-FD5E-13A8-9132-84DAA88CE2A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5ED87CAF-EFDD-BA9B-CC57-0E1600387160}"/>
              </a:ext>
            </a:extLst>
          </p:cNvPr>
          <p:cNvSpPr>
            <a:spLocks noGrp="1"/>
          </p:cNvSpPr>
          <p:nvPr>
            <p:ph type="dt" sz="half" idx="10"/>
          </p:nvPr>
        </p:nvSpPr>
        <p:spPr/>
        <p:txBody>
          <a:bodyPr/>
          <a:lstStyle/>
          <a:p>
            <a:fld id="{4E25C041-7D73-4F15-B263-B37D6FA61E16}" type="datetimeFigureOut">
              <a:rPr kumimoji="1" lang="ja-JP" altLang="en-US" smtClean="0"/>
              <a:t>2026/5/19</a:t>
            </a:fld>
            <a:endParaRPr kumimoji="1" lang="ja-JP" altLang="en-US"/>
          </a:p>
        </p:txBody>
      </p:sp>
      <p:sp>
        <p:nvSpPr>
          <p:cNvPr id="6" name="フッター プレースホルダー 5">
            <a:extLst>
              <a:ext uri="{FF2B5EF4-FFF2-40B4-BE49-F238E27FC236}">
                <a16:creationId xmlns:a16="http://schemas.microsoft.com/office/drawing/2014/main" id="{EE27C2D1-8F78-118F-76BA-A09BD80068DA}"/>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F45F7050-EDF7-AD16-5E27-68B98AC14B3F}"/>
              </a:ext>
            </a:extLst>
          </p:cNvPr>
          <p:cNvSpPr>
            <a:spLocks noGrp="1"/>
          </p:cNvSpPr>
          <p:nvPr>
            <p:ph type="sldNum" sz="quarter" idx="12"/>
          </p:nvPr>
        </p:nvSpPr>
        <p:spPr/>
        <p:txBody>
          <a:bodyPr/>
          <a:lstStyle/>
          <a:p>
            <a:fld id="{2481D8A7-EA70-4A6C-B61A-B7B0965C8DFE}" type="slidenum">
              <a:rPr kumimoji="1" lang="ja-JP" altLang="en-US" smtClean="0"/>
              <a:t>‹#›</a:t>
            </a:fld>
            <a:endParaRPr kumimoji="1" lang="ja-JP" altLang="en-US"/>
          </a:p>
        </p:txBody>
      </p:sp>
    </p:spTree>
    <p:extLst>
      <p:ext uri="{BB962C8B-B14F-4D97-AF65-F5344CB8AC3E}">
        <p14:creationId xmlns:p14="http://schemas.microsoft.com/office/powerpoint/2010/main" val="18205435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47A0F5F-2321-8844-92FB-66283B2C6AA9}"/>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FB4C4F91-3F15-21B3-CD2E-F3C8733F65A0}"/>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28EEF7E8-CF43-02FC-75F7-88C0355BE8C4}"/>
              </a:ext>
            </a:extLst>
          </p:cNvPr>
          <p:cNvSpPr>
            <a:spLocks noGrp="1"/>
          </p:cNvSpPr>
          <p:nvPr>
            <p:ph type="dt" sz="half" idx="10"/>
          </p:nvPr>
        </p:nvSpPr>
        <p:spPr/>
        <p:txBody>
          <a:bodyPr/>
          <a:lstStyle/>
          <a:p>
            <a:fld id="{4E25C041-7D73-4F15-B263-B37D6FA61E16}" type="datetimeFigureOut">
              <a:rPr kumimoji="1" lang="ja-JP" altLang="en-US" smtClean="0"/>
              <a:t>2026/5/19</a:t>
            </a:fld>
            <a:endParaRPr kumimoji="1" lang="ja-JP" altLang="en-US"/>
          </a:p>
        </p:txBody>
      </p:sp>
      <p:sp>
        <p:nvSpPr>
          <p:cNvPr id="5" name="フッター プレースホルダー 4">
            <a:extLst>
              <a:ext uri="{FF2B5EF4-FFF2-40B4-BE49-F238E27FC236}">
                <a16:creationId xmlns:a16="http://schemas.microsoft.com/office/drawing/2014/main" id="{393DCACC-A998-0E0A-58B2-03751C9382CE}"/>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00D726B0-7BD3-3150-8B81-5FBCC05195E4}"/>
              </a:ext>
            </a:extLst>
          </p:cNvPr>
          <p:cNvSpPr>
            <a:spLocks noGrp="1"/>
          </p:cNvSpPr>
          <p:nvPr>
            <p:ph type="sldNum" sz="quarter" idx="12"/>
          </p:nvPr>
        </p:nvSpPr>
        <p:spPr/>
        <p:txBody>
          <a:bodyPr/>
          <a:lstStyle/>
          <a:p>
            <a:fld id="{2481D8A7-EA70-4A6C-B61A-B7B0965C8DFE}" type="slidenum">
              <a:rPr kumimoji="1" lang="ja-JP" altLang="en-US" smtClean="0"/>
              <a:t>‹#›</a:t>
            </a:fld>
            <a:endParaRPr kumimoji="1" lang="ja-JP" altLang="en-US"/>
          </a:p>
        </p:txBody>
      </p:sp>
    </p:spTree>
    <p:extLst>
      <p:ext uri="{BB962C8B-B14F-4D97-AF65-F5344CB8AC3E}">
        <p14:creationId xmlns:p14="http://schemas.microsoft.com/office/powerpoint/2010/main" val="39553199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72C74210-76F9-F9E4-6E5F-7FC3582811F9}"/>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3C2A0722-B1C6-7419-4726-665C04B7A127}"/>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82753B01-E152-13FF-E123-6EBA900CC606}"/>
              </a:ext>
            </a:extLst>
          </p:cNvPr>
          <p:cNvSpPr>
            <a:spLocks noGrp="1"/>
          </p:cNvSpPr>
          <p:nvPr>
            <p:ph type="dt" sz="half" idx="10"/>
          </p:nvPr>
        </p:nvSpPr>
        <p:spPr/>
        <p:txBody>
          <a:bodyPr/>
          <a:lstStyle/>
          <a:p>
            <a:fld id="{4E25C041-7D73-4F15-B263-B37D6FA61E16}" type="datetimeFigureOut">
              <a:rPr kumimoji="1" lang="ja-JP" altLang="en-US" smtClean="0"/>
              <a:t>2026/5/19</a:t>
            </a:fld>
            <a:endParaRPr kumimoji="1" lang="ja-JP" altLang="en-US"/>
          </a:p>
        </p:txBody>
      </p:sp>
      <p:sp>
        <p:nvSpPr>
          <p:cNvPr id="5" name="フッター プレースホルダー 4">
            <a:extLst>
              <a:ext uri="{FF2B5EF4-FFF2-40B4-BE49-F238E27FC236}">
                <a16:creationId xmlns:a16="http://schemas.microsoft.com/office/drawing/2014/main" id="{D9997DA2-F039-9114-58BD-ED7518F0B0EC}"/>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D20CD740-004F-D8D6-05A7-F89672AD6854}"/>
              </a:ext>
            </a:extLst>
          </p:cNvPr>
          <p:cNvSpPr>
            <a:spLocks noGrp="1"/>
          </p:cNvSpPr>
          <p:nvPr>
            <p:ph type="sldNum" sz="quarter" idx="12"/>
          </p:nvPr>
        </p:nvSpPr>
        <p:spPr/>
        <p:txBody>
          <a:bodyPr/>
          <a:lstStyle/>
          <a:p>
            <a:fld id="{2481D8A7-EA70-4A6C-B61A-B7B0965C8DFE}" type="slidenum">
              <a:rPr kumimoji="1" lang="ja-JP" altLang="en-US" smtClean="0"/>
              <a:t>‹#›</a:t>
            </a:fld>
            <a:endParaRPr kumimoji="1" lang="ja-JP" altLang="en-US"/>
          </a:p>
        </p:txBody>
      </p:sp>
    </p:spTree>
    <p:extLst>
      <p:ext uri="{BB962C8B-B14F-4D97-AF65-F5344CB8AC3E}">
        <p14:creationId xmlns:p14="http://schemas.microsoft.com/office/powerpoint/2010/main" val="20789121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8537E10D-3777-ECDC-DFA5-A29CB85E6B6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C7A26807-9904-0CFE-6FFF-B483D7D55DF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CBB39038-7A66-1120-B1DE-1AD9ACA6722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E25C041-7D73-4F15-B263-B37D6FA61E16}" type="datetimeFigureOut">
              <a:rPr kumimoji="1" lang="ja-JP" altLang="en-US" smtClean="0"/>
              <a:t>2026/5/19</a:t>
            </a:fld>
            <a:endParaRPr kumimoji="1" lang="ja-JP" altLang="en-US"/>
          </a:p>
        </p:txBody>
      </p:sp>
      <p:sp>
        <p:nvSpPr>
          <p:cNvPr id="5" name="フッター プレースホルダー 4">
            <a:extLst>
              <a:ext uri="{FF2B5EF4-FFF2-40B4-BE49-F238E27FC236}">
                <a16:creationId xmlns:a16="http://schemas.microsoft.com/office/drawing/2014/main" id="{48E42A70-C11C-957A-BD08-BA3F3E579EC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7A92579C-960C-ED47-CE65-BA806B2FD0D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481D8A7-EA70-4A6C-B61A-B7B0965C8DFE}" type="slidenum">
              <a:rPr kumimoji="1" lang="ja-JP" altLang="en-US" smtClean="0"/>
              <a:t>‹#›</a:t>
            </a:fld>
            <a:endParaRPr kumimoji="1" lang="ja-JP" altLang="en-US"/>
          </a:p>
        </p:txBody>
      </p:sp>
    </p:spTree>
    <p:extLst>
      <p:ext uri="{BB962C8B-B14F-4D97-AF65-F5344CB8AC3E}">
        <p14:creationId xmlns:p14="http://schemas.microsoft.com/office/powerpoint/2010/main" val="287576904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commoncrawl.org/" TargetMode="External"/><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hyperlink" Target="https://data.commoncrawl.org/crawl-data/index.html" TargetMode="External"/><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hyperlink" Target="http://www.cookpad.com/" TargetMode="Externa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hyperlink" Target="https://qiita.com/michiru-miyagawa/items/6e295445456f87586f2d" TargetMode="Externa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7.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hyperlink" Target="https://note.com/kan_hatakeyama/n/nf5b102271f82" TargetMode="Externa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42E6CC3A-D3A2-1F56-0484-384E4C69E46B}"/>
              </a:ext>
            </a:extLst>
          </p:cNvPr>
          <p:cNvSpPr txBox="1"/>
          <p:nvPr/>
        </p:nvSpPr>
        <p:spPr>
          <a:xfrm>
            <a:off x="576072" y="2770632"/>
            <a:ext cx="8916223" cy="707886"/>
          </a:xfrm>
          <a:prstGeom prst="rect">
            <a:avLst/>
          </a:prstGeom>
          <a:noFill/>
        </p:spPr>
        <p:txBody>
          <a:bodyPr wrap="none" rtlCol="0">
            <a:spAutoFit/>
          </a:bodyPr>
          <a:lstStyle/>
          <a:p>
            <a:r>
              <a:rPr kumimoji="1" lang="ja-JP" altLang="en-US" sz="4000" dirty="0">
                <a:latin typeface="メイリオ" panose="020B0604030504040204" pitchFamily="50" charset="-128"/>
                <a:ea typeface="メイリオ" panose="020B0604030504040204" pitchFamily="50" charset="-128"/>
              </a:rPr>
              <a:t>全世界</a:t>
            </a:r>
            <a:r>
              <a:rPr kumimoji="1" lang="en-US" altLang="ja-JP" sz="4000" dirty="0">
                <a:latin typeface="メイリオ" panose="020B0604030504040204" pitchFamily="50" charset="-128"/>
                <a:ea typeface="メイリオ" panose="020B0604030504040204" pitchFamily="50" charset="-128"/>
              </a:rPr>
              <a:t>web</a:t>
            </a:r>
            <a:r>
              <a:rPr kumimoji="1" lang="ja-JP" altLang="en-US" sz="4000" dirty="0">
                <a:latin typeface="メイリオ" panose="020B0604030504040204" pitchFamily="50" charset="-128"/>
                <a:ea typeface="メイリオ" panose="020B0604030504040204" pitchFamily="50" charset="-128"/>
              </a:rPr>
              <a:t>データのスナップショット</a:t>
            </a:r>
          </a:p>
        </p:txBody>
      </p:sp>
    </p:spTree>
    <p:extLst>
      <p:ext uri="{BB962C8B-B14F-4D97-AF65-F5344CB8AC3E}">
        <p14:creationId xmlns:p14="http://schemas.microsoft.com/office/powerpoint/2010/main" val="12907989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7D8A5CB8-7C95-E8EA-664B-E49C6A20819D}"/>
              </a:ext>
            </a:extLst>
          </p:cNvPr>
          <p:cNvSpPr txBox="1"/>
          <p:nvPr/>
        </p:nvSpPr>
        <p:spPr>
          <a:xfrm>
            <a:off x="321945" y="144780"/>
            <a:ext cx="3391249" cy="584775"/>
          </a:xfrm>
          <a:prstGeom prst="rect">
            <a:avLst/>
          </a:prstGeom>
          <a:noFill/>
        </p:spPr>
        <p:txBody>
          <a:bodyPr wrap="none" rtlCol="0">
            <a:spAutoFit/>
          </a:bodyPr>
          <a:lstStyle/>
          <a:p>
            <a:pPr algn="l"/>
            <a:r>
              <a:rPr kumimoji="1" lang="en-US" altLang="ja-JP" sz="3200" dirty="0">
                <a:latin typeface="メイリオ" panose="020B0604030504040204" pitchFamily="50" charset="-128"/>
                <a:ea typeface="メイリオ" panose="020B0604030504040204" pitchFamily="50" charset="-128"/>
              </a:rPr>
              <a:t>Common Crawl </a:t>
            </a:r>
            <a:endParaRPr kumimoji="1" lang="ja-JP" altLang="en-US" sz="3200"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A1722AA7-DB2C-57C8-B365-68843A01C53D}"/>
              </a:ext>
            </a:extLst>
          </p:cNvPr>
          <p:cNvSpPr txBox="1"/>
          <p:nvPr/>
        </p:nvSpPr>
        <p:spPr>
          <a:xfrm>
            <a:off x="321945" y="825627"/>
            <a:ext cx="10193816" cy="830997"/>
          </a:xfrm>
          <a:prstGeom prst="rect">
            <a:avLst/>
          </a:prstGeom>
          <a:noFill/>
        </p:spPr>
        <p:txBody>
          <a:bodyPr wrap="none" rtlCol="0">
            <a:spAutoFit/>
          </a:bodyPr>
          <a:lstStyle/>
          <a:p>
            <a:pPr marL="457200" indent="-457200" algn="l">
              <a:buFont typeface="+mj-lt"/>
              <a:buAutoNum type="arabicPeriod"/>
            </a:pPr>
            <a:r>
              <a:rPr lang="ja-JP" altLang="en-US" sz="2400" dirty="0">
                <a:latin typeface="メイリオ" panose="020B0604030504040204" pitchFamily="50" charset="-128"/>
                <a:ea typeface="メイリオ" panose="020B0604030504040204" pitchFamily="50" charset="-128"/>
              </a:rPr>
              <a:t>全世界の</a:t>
            </a:r>
            <a:r>
              <a:rPr lang="en-US" altLang="ja-JP" sz="2400" dirty="0">
                <a:latin typeface="メイリオ" panose="020B0604030504040204" pitchFamily="50" charset="-128"/>
                <a:ea typeface="メイリオ" panose="020B0604030504040204" pitchFamily="50" charset="-128"/>
              </a:rPr>
              <a:t>web</a:t>
            </a:r>
            <a:r>
              <a:rPr lang="ja-JP" altLang="en-US" sz="2400" dirty="0">
                <a:latin typeface="メイリオ" panose="020B0604030504040204" pitchFamily="50" charset="-128"/>
                <a:ea typeface="メイリオ" panose="020B0604030504040204" pitchFamily="50" charset="-128"/>
              </a:rPr>
              <a:t>サイトデータをクローリング収集したスナップショット</a:t>
            </a:r>
            <a:endParaRPr lang="en-US" altLang="ja-JP" sz="2400" dirty="0">
              <a:latin typeface="メイリオ" panose="020B0604030504040204" pitchFamily="50" charset="-128"/>
              <a:ea typeface="メイリオ" panose="020B0604030504040204" pitchFamily="50" charset="-128"/>
            </a:endParaRPr>
          </a:p>
          <a:p>
            <a:pPr marL="457200" indent="-457200" algn="l">
              <a:buFont typeface="+mj-lt"/>
              <a:buAutoNum type="arabicPeriod"/>
            </a:pPr>
            <a:r>
              <a:rPr kumimoji="1" lang="en-US" altLang="ja-JP" sz="2400" dirty="0">
                <a:latin typeface="メイリオ" panose="020B0604030504040204" pitchFamily="50" charset="-128"/>
                <a:ea typeface="メイリオ" panose="020B0604030504040204" pitchFamily="50" charset="-128"/>
              </a:rPr>
              <a:t>ChatGPT</a:t>
            </a:r>
            <a:r>
              <a:rPr kumimoji="1" lang="ja-JP" altLang="en-US" sz="2400" dirty="0">
                <a:latin typeface="メイリオ" panose="020B0604030504040204" pitchFamily="50" charset="-128"/>
                <a:ea typeface="メイリオ" panose="020B0604030504040204" pitchFamily="50" charset="-128"/>
              </a:rPr>
              <a:t>は学習データの約</a:t>
            </a:r>
            <a:r>
              <a:rPr kumimoji="1" lang="en-US" altLang="ja-JP" sz="2400" dirty="0">
                <a:latin typeface="メイリオ" panose="020B0604030504040204" pitchFamily="50" charset="-128"/>
                <a:ea typeface="メイリオ" panose="020B0604030504040204" pitchFamily="50" charset="-128"/>
              </a:rPr>
              <a:t>60%</a:t>
            </a:r>
            <a:r>
              <a:rPr kumimoji="1" lang="ja-JP" altLang="en-US" sz="2400" dirty="0">
                <a:latin typeface="メイリオ" panose="020B0604030504040204" pitchFamily="50" charset="-128"/>
                <a:ea typeface="メイリオ" panose="020B0604030504040204" pitchFamily="50" charset="-128"/>
              </a:rPr>
              <a:t>を</a:t>
            </a:r>
            <a:r>
              <a:rPr kumimoji="1" lang="en-US" altLang="ja-JP" sz="2400" dirty="0">
                <a:latin typeface="メイリオ" panose="020B0604030504040204" pitchFamily="50" charset="-128"/>
                <a:ea typeface="メイリオ" panose="020B0604030504040204" pitchFamily="50" charset="-128"/>
              </a:rPr>
              <a:t>common crawl</a:t>
            </a:r>
            <a:r>
              <a:rPr kumimoji="1" lang="ja-JP" altLang="en-US" sz="2400" dirty="0">
                <a:latin typeface="メイリオ" panose="020B0604030504040204" pitchFamily="50" charset="-128"/>
                <a:ea typeface="メイリオ" panose="020B0604030504040204" pitchFamily="50" charset="-128"/>
              </a:rPr>
              <a:t>から収集している</a:t>
            </a:r>
          </a:p>
        </p:txBody>
      </p:sp>
      <p:pic>
        <p:nvPicPr>
          <p:cNvPr id="8" name="図 7">
            <a:extLst>
              <a:ext uri="{FF2B5EF4-FFF2-40B4-BE49-F238E27FC236}">
                <a16:creationId xmlns:a16="http://schemas.microsoft.com/office/drawing/2014/main" id="{84BEAEDC-3497-A49D-529F-4F6024EDE333}"/>
              </a:ext>
            </a:extLst>
          </p:cNvPr>
          <p:cNvPicPr>
            <a:picLocks noChangeAspect="1"/>
          </p:cNvPicPr>
          <p:nvPr/>
        </p:nvPicPr>
        <p:blipFill>
          <a:blip r:embed="rId2"/>
          <a:stretch>
            <a:fillRect/>
          </a:stretch>
        </p:blipFill>
        <p:spPr>
          <a:xfrm>
            <a:off x="6336792" y="4151716"/>
            <a:ext cx="5480303" cy="2619022"/>
          </a:xfrm>
          <a:prstGeom prst="rect">
            <a:avLst/>
          </a:prstGeom>
        </p:spPr>
      </p:pic>
      <p:sp>
        <p:nvSpPr>
          <p:cNvPr id="6" name="テキスト ボックス 5">
            <a:extLst>
              <a:ext uri="{FF2B5EF4-FFF2-40B4-BE49-F238E27FC236}">
                <a16:creationId xmlns:a16="http://schemas.microsoft.com/office/drawing/2014/main" id="{C9F7F814-C912-FFE7-5C8A-FE7129BEA8BA}"/>
              </a:ext>
            </a:extLst>
          </p:cNvPr>
          <p:cNvSpPr txBox="1"/>
          <p:nvPr/>
        </p:nvSpPr>
        <p:spPr>
          <a:xfrm>
            <a:off x="862965" y="1685616"/>
            <a:ext cx="9853803" cy="2246769"/>
          </a:xfrm>
          <a:prstGeom prst="rect">
            <a:avLst/>
          </a:prstGeom>
          <a:noFill/>
        </p:spPr>
        <p:txBody>
          <a:bodyPr wrap="square" rtlCol="0">
            <a:spAutoFit/>
          </a:bodyPr>
          <a:lstStyle/>
          <a:p>
            <a:pPr marL="342900" indent="-342900">
              <a:buFont typeface="Wingdings" panose="05000000000000000000" pitchFamily="2" charset="2"/>
              <a:buChar char="l"/>
            </a:pPr>
            <a:r>
              <a:rPr lang="en-US" altLang="ja-JP" sz="2000" dirty="0">
                <a:latin typeface="メイリオ" panose="020B0604030504040204" pitchFamily="50" charset="-128"/>
                <a:ea typeface="メイリオ" panose="020B0604030504040204" pitchFamily="50" charset="-128"/>
              </a:rPr>
              <a:t>2007</a:t>
            </a:r>
            <a:r>
              <a:rPr lang="ja-JP" altLang="en-US" sz="2000" dirty="0">
                <a:latin typeface="メイリオ" panose="020B0604030504040204" pitchFamily="50" charset="-128"/>
                <a:ea typeface="メイリオ" panose="020B0604030504040204" pitchFamily="50" charset="-128"/>
              </a:rPr>
              <a:t>年から活動している非営利団体</a:t>
            </a:r>
            <a:endParaRPr lang="en-US" altLang="ja-JP" sz="2000" dirty="0">
              <a:latin typeface="メイリオ" panose="020B0604030504040204" pitchFamily="50" charset="-128"/>
              <a:ea typeface="メイリオ" panose="020B0604030504040204" pitchFamily="50" charset="-128"/>
            </a:endParaRPr>
          </a:p>
          <a:p>
            <a:pPr marL="342900" indent="-342900">
              <a:buFont typeface="Wingdings" panose="05000000000000000000" pitchFamily="2" charset="2"/>
              <a:buChar char="l"/>
            </a:pPr>
            <a:r>
              <a:rPr lang="ja-JP" altLang="en-US" sz="2000" dirty="0">
                <a:latin typeface="メイリオ" panose="020B0604030504040204" pitchFamily="50" charset="-128"/>
                <a:ea typeface="メイリオ" panose="020B0604030504040204" pitchFamily="50" charset="-128"/>
              </a:rPr>
              <a:t>ほとんどの</a:t>
            </a:r>
            <a:r>
              <a:rPr lang="en-US" altLang="ja-JP" sz="2000" dirty="0">
                <a:latin typeface="メイリオ" panose="020B0604030504040204" pitchFamily="50" charset="-128"/>
                <a:ea typeface="メイリオ" panose="020B0604030504040204" pitchFamily="50" charset="-128"/>
              </a:rPr>
              <a:t>LLM</a:t>
            </a:r>
            <a:r>
              <a:rPr lang="ja-JP" altLang="en-US" sz="2000" dirty="0">
                <a:latin typeface="メイリオ" panose="020B0604030504040204" pitchFamily="50" charset="-128"/>
                <a:ea typeface="メイリオ" panose="020B0604030504040204" pitchFamily="50" charset="-128"/>
              </a:rPr>
              <a:t>の学習データの土台（この団体がなかったら、ほぼ全ての</a:t>
            </a:r>
            <a:r>
              <a:rPr lang="en-US" altLang="ja-JP" sz="2000" dirty="0">
                <a:latin typeface="メイリオ" panose="020B0604030504040204" pitchFamily="50" charset="-128"/>
                <a:ea typeface="メイリオ" panose="020B0604030504040204" pitchFamily="50" charset="-128"/>
              </a:rPr>
              <a:t>LLM</a:t>
            </a:r>
            <a:r>
              <a:rPr lang="ja-JP" altLang="en-US" sz="2000" dirty="0">
                <a:latin typeface="メイリオ" panose="020B0604030504040204" pitchFamily="50" charset="-128"/>
                <a:ea typeface="メイリオ" panose="020B0604030504040204" pitchFamily="50" charset="-128"/>
              </a:rPr>
              <a:t>研究は成立しなかった、とも言われる）</a:t>
            </a:r>
            <a:endParaRPr lang="en-US" altLang="ja-JP" sz="2000" dirty="0">
              <a:latin typeface="メイリオ" panose="020B0604030504040204" pitchFamily="50" charset="-128"/>
              <a:ea typeface="メイリオ" panose="020B0604030504040204" pitchFamily="50" charset="-128"/>
            </a:endParaRPr>
          </a:p>
          <a:p>
            <a:pPr marL="342900" indent="-342900">
              <a:buFont typeface="Wingdings" panose="05000000000000000000" pitchFamily="2" charset="2"/>
              <a:buChar char="l"/>
            </a:pPr>
            <a:r>
              <a:rPr kumimoji="1" lang="ja-JP" altLang="en-US" sz="2000" dirty="0">
                <a:latin typeface="メイリオ" panose="020B0604030504040204" pitchFamily="50" charset="-128"/>
                <a:ea typeface="メイリオ" panose="020B0604030504040204" pitchFamily="50" charset="-128"/>
              </a:rPr>
              <a:t>毎月定期的に数十億ページものウェブデータを収集しており、ペタバイト（</a:t>
            </a:r>
            <a:r>
              <a:rPr kumimoji="1" lang="en-US" altLang="ja-JP" sz="2000" dirty="0">
                <a:latin typeface="メイリオ" panose="020B0604030504040204" pitchFamily="50" charset="-128"/>
                <a:ea typeface="メイリオ" panose="020B0604030504040204" pitchFamily="50" charset="-128"/>
              </a:rPr>
              <a:t>PB</a:t>
            </a:r>
            <a:r>
              <a:rPr kumimoji="1" lang="ja-JP" altLang="en-US" sz="2000" dirty="0">
                <a:latin typeface="メイリオ" panose="020B0604030504040204" pitchFamily="50" charset="-128"/>
                <a:ea typeface="メイリオ" panose="020B0604030504040204" pitchFamily="50" charset="-128"/>
              </a:rPr>
              <a:t>）規模の巨大なアーカイブを構築</a:t>
            </a:r>
          </a:p>
          <a:p>
            <a:pPr marL="342900" indent="-342900" algn="l">
              <a:buFont typeface="Wingdings" panose="05000000000000000000" pitchFamily="2" charset="2"/>
              <a:buChar char="l"/>
            </a:pPr>
            <a:r>
              <a:rPr kumimoji="1" lang="ja-JP" altLang="en-US" sz="2000" dirty="0">
                <a:latin typeface="メイリオ" panose="020B0604030504040204" pitchFamily="50" charset="-128"/>
                <a:ea typeface="メイリオ" panose="020B0604030504040204" pitchFamily="50" charset="-128"/>
              </a:rPr>
              <a:t>誰でも無料アクセス</a:t>
            </a:r>
            <a:r>
              <a:rPr kumimoji="1" lang="en-US" altLang="ja-JP" sz="2000" dirty="0">
                <a:latin typeface="メイリオ" panose="020B0604030504040204" pitchFamily="50" charset="-128"/>
                <a:ea typeface="メイリオ" panose="020B0604030504040204" pitchFamily="50" charset="-128"/>
              </a:rPr>
              <a:t>: </a:t>
            </a:r>
            <a:r>
              <a:rPr kumimoji="1" lang="ja-JP" altLang="en-US" sz="2000" dirty="0">
                <a:latin typeface="メイリオ" panose="020B0604030504040204" pitchFamily="50" charset="-128"/>
                <a:ea typeface="メイリオ" panose="020B0604030504040204" pitchFamily="50" charset="-128"/>
              </a:rPr>
              <a:t>学術研究者、データサイエンティスト、</a:t>
            </a:r>
            <a:r>
              <a:rPr kumimoji="1" lang="en-US" altLang="ja-JP" sz="2000" dirty="0">
                <a:latin typeface="メイリオ" panose="020B0604030504040204" pitchFamily="50" charset="-128"/>
                <a:ea typeface="メイリオ" panose="020B0604030504040204" pitchFamily="50" charset="-128"/>
              </a:rPr>
              <a:t>AI</a:t>
            </a:r>
            <a:r>
              <a:rPr kumimoji="1" lang="ja-JP" altLang="en-US" sz="2000" dirty="0">
                <a:latin typeface="メイリオ" panose="020B0604030504040204" pitchFamily="50" charset="-128"/>
                <a:ea typeface="メイリオ" panose="020B0604030504040204" pitchFamily="50" charset="-128"/>
              </a:rPr>
              <a:t>開発者など、誰もが無償でこのデータを利用できる。</a:t>
            </a:r>
          </a:p>
        </p:txBody>
      </p:sp>
      <p:sp>
        <p:nvSpPr>
          <p:cNvPr id="9" name="テキスト ボックス 8">
            <a:extLst>
              <a:ext uri="{FF2B5EF4-FFF2-40B4-BE49-F238E27FC236}">
                <a16:creationId xmlns:a16="http://schemas.microsoft.com/office/drawing/2014/main" id="{9860C1C6-0026-1694-ACA0-2511B6CAF5DD}"/>
              </a:ext>
            </a:extLst>
          </p:cNvPr>
          <p:cNvSpPr txBox="1"/>
          <p:nvPr/>
        </p:nvSpPr>
        <p:spPr>
          <a:xfrm>
            <a:off x="996696" y="4773168"/>
            <a:ext cx="4213910" cy="830997"/>
          </a:xfrm>
          <a:prstGeom prst="rect">
            <a:avLst/>
          </a:prstGeom>
          <a:noFill/>
        </p:spPr>
        <p:txBody>
          <a:bodyPr wrap="none" rtlCol="0">
            <a:spAutoFit/>
          </a:bodyPr>
          <a:lstStyle/>
          <a:p>
            <a:r>
              <a:rPr lang="en-US" altLang="ja-JP" sz="2400" dirty="0">
                <a:latin typeface="メイリオ" panose="020B0604030504040204" pitchFamily="50" charset="-128"/>
                <a:ea typeface="メイリオ" panose="020B0604030504040204" pitchFamily="50" charset="-128"/>
                <a:hlinkClick r:id="rId3"/>
              </a:rPr>
              <a:t>https://commoncrawl.org/</a:t>
            </a:r>
            <a:endParaRPr lang="en-US" altLang="ja-JP" sz="2400" dirty="0">
              <a:latin typeface="メイリオ" panose="020B0604030504040204" pitchFamily="50" charset="-128"/>
              <a:ea typeface="メイリオ" panose="020B0604030504040204" pitchFamily="50" charset="-128"/>
            </a:endParaRPr>
          </a:p>
          <a:p>
            <a:endParaRPr kumimoji="1" lang="ja-JP" altLang="en-US" sz="2400"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12822494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83338672-E24A-7AC7-FB95-B708E3E64049}"/>
              </a:ext>
            </a:extLst>
          </p:cNvPr>
          <p:cNvSpPr txBox="1"/>
          <p:nvPr/>
        </p:nvSpPr>
        <p:spPr>
          <a:xfrm>
            <a:off x="667512" y="283464"/>
            <a:ext cx="3877985" cy="584775"/>
          </a:xfrm>
          <a:prstGeom prst="rect">
            <a:avLst/>
          </a:prstGeom>
          <a:noFill/>
        </p:spPr>
        <p:txBody>
          <a:bodyPr wrap="none" rtlCol="0">
            <a:spAutoFit/>
          </a:bodyPr>
          <a:lstStyle/>
          <a:p>
            <a:pPr algn="l"/>
            <a:r>
              <a:rPr kumimoji="1" lang="ja-JP" altLang="en-US" sz="3200" dirty="0">
                <a:latin typeface="メイリオ" panose="020B0604030504040204" pitchFamily="50" charset="-128"/>
                <a:ea typeface="メイリオ" panose="020B0604030504040204" pitchFamily="50" charset="-128"/>
              </a:rPr>
              <a:t>実際のデータベース</a:t>
            </a:r>
          </a:p>
        </p:txBody>
      </p:sp>
      <p:sp>
        <p:nvSpPr>
          <p:cNvPr id="3" name="テキスト ボックス 2">
            <a:extLst>
              <a:ext uri="{FF2B5EF4-FFF2-40B4-BE49-F238E27FC236}">
                <a16:creationId xmlns:a16="http://schemas.microsoft.com/office/drawing/2014/main" id="{05EFC179-7A70-0983-120E-B5A45FCF0D91}"/>
              </a:ext>
            </a:extLst>
          </p:cNvPr>
          <p:cNvSpPr txBox="1"/>
          <p:nvPr/>
        </p:nvSpPr>
        <p:spPr>
          <a:xfrm>
            <a:off x="667512" y="1124271"/>
            <a:ext cx="6016752" cy="2677656"/>
          </a:xfrm>
          <a:prstGeom prst="rect">
            <a:avLst/>
          </a:prstGeom>
          <a:noFill/>
        </p:spPr>
        <p:txBody>
          <a:bodyPr wrap="square" rtlCol="0">
            <a:spAutoFit/>
          </a:bodyPr>
          <a:lstStyle/>
          <a:p>
            <a:pPr marL="457200" indent="-457200" algn="l">
              <a:buFont typeface="+mj-lt"/>
              <a:buAutoNum type="arabicPeriod"/>
            </a:pPr>
            <a:r>
              <a:rPr kumimoji="1" lang="ja-JP" altLang="en-US" sz="2400" dirty="0">
                <a:latin typeface="メイリオ" panose="020B0604030504040204" pitchFamily="50" charset="-128"/>
                <a:ea typeface="メイリオ" panose="020B0604030504040204" pitchFamily="50" charset="-128"/>
              </a:rPr>
              <a:t>定期的にクローリングした範囲（数か月）でのデータが分散たデータベースとして存在する</a:t>
            </a:r>
            <a:endParaRPr kumimoji="1" lang="en-US" altLang="ja-JP" sz="2400" dirty="0">
              <a:latin typeface="メイリオ" panose="020B0604030504040204" pitchFamily="50" charset="-128"/>
              <a:ea typeface="メイリオ" panose="020B0604030504040204" pitchFamily="50" charset="-128"/>
            </a:endParaRPr>
          </a:p>
          <a:p>
            <a:pPr marL="457200" indent="-457200" algn="l">
              <a:buFont typeface="+mj-lt"/>
              <a:buAutoNum type="arabicPeriod"/>
            </a:pPr>
            <a:r>
              <a:rPr kumimoji="1" lang="ja-JP" altLang="en-US" sz="2400" dirty="0">
                <a:latin typeface="メイリオ" panose="020B0604030504040204" pitchFamily="50" charset="-128"/>
                <a:ea typeface="メイリオ" panose="020B0604030504040204" pitchFamily="50" charset="-128"/>
              </a:rPr>
              <a:t>例えば、</a:t>
            </a:r>
            <a:r>
              <a:rPr kumimoji="1" lang="en-US" altLang="ja-JP" sz="2400" dirty="0" err="1">
                <a:latin typeface="メイリオ" panose="020B0604030504040204" pitchFamily="50" charset="-128"/>
                <a:ea typeface="メイリオ" panose="020B0604030504040204" pitchFamily="50" charset="-128"/>
              </a:rPr>
              <a:t>cookpad</a:t>
            </a:r>
            <a:r>
              <a:rPr kumimoji="1" lang="ja-JP" altLang="en-US" sz="2400" dirty="0">
                <a:latin typeface="メイリオ" panose="020B0604030504040204" pitchFamily="50" charset="-128"/>
                <a:ea typeface="メイリオ" panose="020B0604030504040204" pitchFamily="50" charset="-128"/>
              </a:rPr>
              <a:t>のレシピデータは、それらのデータベースに分散している</a:t>
            </a:r>
            <a:endParaRPr kumimoji="1" lang="en-US" altLang="ja-JP" sz="2400" dirty="0">
              <a:latin typeface="メイリオ" panose="020B0604030504040204" pitchFamily="50" charset="-128"/>
              <a:ea typeface="メイリオ" panose="020B0604030504040204" pitchFamily="50" charset="-128"/>
            </a:endParaRPr>
          </a:p>
          <a:p>
            <a:pPr marL="457200" indent="-457200" algn="l">
              <a:buFont typeface="+mj-lt"/>
              <a:buAutoNum type="arabicPeriod"/>
            </a:pPr>
            <a:r>
              <a:rPr kumimoji="1" lang="ja-JP" altLang="en-US" sz="2400" dirty="0">
                <a:latin typeface="メイリオ" panose="020B0604030504040204" pitchFamily="50" charset="-128"/>
                <a:ea typeface="メイリオ" panose="020B0604030504040204" pitchFamily="50" charset="-128"/>
              </a:rPr>
              <a:t>どのデータベースにどのレシピがあるかはわからない</a:t>
            </a:r>
          </a:p>
        </p:txBody>
      </p:sp>
      <p:pic>
        <p:nvPicPr>
          <p:cNvPr id="6" name="図 5">
            <a:extLst>
              <a:ext uri="{FF2B5EF4-FFF2-40B4-BE49-F238E27FC236}">
                <a16:creationId xmlns:a16="http://schemas.microsoft.com/office/drawing/2014/main" id="{D477A199-8ED7-1295-4E32-0A10C88F0CBA}"/>
              </a:ext>
            </a:extLst>
          </p:cNvPr>
          <p:cNvPicPr>
            <a:picLocks noChangeAspect="1"/>
          </p:cNvPicPr>
          <p:nvPr/>
        </p:nvPicPr>
        <p:blipFill>
          <a:blip r:embed="rId2"/>
          <a:stretch>
            <a:fillRect/>
          </a:stretch>
        </p:blipFill>
        <p:spPr>
          <a:xfrm>
            <a:off x="6556248" y="1208350"/>
            <a:ext cx="5635752" cy="5576498"/>
          </a:xfrm>
          <a:prstGeom prst="rect">
            <a:avLst/>
          </a:prstGeom>
        </p:spPr>
      </p:pic>
      <p:sp>
        <p:nvSpPr>
          <p:cNvPr id="7" name="テキスト ボックス 6">
            <a:extLst>
              <a:ext uri="{FF2B5EF4-FFF2-40B4-BE49-F238E27FC236}">
                <a16:creationId xmlns:a16="http://schemas.microsoft.com/office/drawing/2014/main" id="{F1366413-12D8-7697-F0D2-7746165524F7}"/>
              </a:ext>
            </a:extLst>
          </p:cNvPr>
          <p:cNvSpPr txBox="1"/>
          <p:nvPr/>
        </p:nvSpPr>
        <p:spPr>
          <a:xfrm>
            <a:off x="260550" y="4498848"/>
            <a:ext cx="6295698" cy="646331"/>
          </a:xfrm>
          <a:prstGeom prst="rect">
            <a:avLst/>
          </a:prstGeom>
          <a:noFill/>
        </p:spPr>
        <p:txBody>
          <a:bodyPr wrap="none" rtlCol="0">
            <a:spAutoFit/>
          </a:bodyPr>
          <a:lstStyle/>
          <a:p>
            <a:r>
              <a:rPr lang="en-US" altLang="ja-JP" dirty="0">
                <a:latin typeface="メイリオ" panose="020B0604030504040204" pitchFamily="50" charset="-128"/>
                <a:ea typeface="メイリオ" panose="020B0604030504040204" pitchFamily="50" charset="-128"/>
                <a:hlinkClick r:id="rId3"/>
              </a:rPr>
              <a:t>https://data.commoncrawl.org/crawl-data/index.html</a:t>
            </a:r>
            <a:endParaRPr lang="en-US" altLang="ja-JP" dirty="0">
              <a:latin typeface="メイリオ" panose="020B0604030504040204" pitchFamily="50" charset="-128"/>
              <a:ea typeface="メイリオ" panose="020B0604030504040204" pitchFamily="50" charset="-128"/>
            </a:endParaRPr>
          </a:p>
          <a:p>
            <a:endParaRPr kumimoji="1" lang="ja-JP" altLang="en-US"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14633717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8BDBF27C-C572-F3B7-3571-FD2DCB8A799D}"/>
              </a:ext>
            </a:extLst>
          </p:cNvPr>
          <p:cNvSpPr txBox="1"/>
          <p:nvPr/>
        </p:nvSpPr>
        <p:spPr>
          <a:xfrm>
            <a:off x="594360" y="603504"/>
            <a:ext cx="7698518" cy="584775"/>
          </a:xfrm>
          <a:prstGeom prst="rect">
            <a:avLst/>
          </a:prstGeom>
          <a:noFill/>
        </p:spPr>
        <p:txBody>
          <a:bodyPr wrap="none" rtlCol="0">
            <a:spAutoFit/>
          </a:bodyPr>
          <a:lstStyle/>
          <a:p>
            <a:pPr algn="l"/>
            <a:r>
              <a:rPr kumimoji="1" lang="en-US" altLang="ja-JP" sz="3200" dirty="0">
                <a:latin typeface="メイリオ" panose="020B0604030504040204" pitchFamily="50" charset="-128"/>
                <a:ea typeface="メイリオ" panose="020B0604030504040204" pitchFamily="50" charset="-128"/>
              </a:rPr>
              <a:t>Common crawl</a:t>
            </a:r>
            <a:r>
              <a:rPr kumimoji="1" lang="ja-JP" altLang="en-US" sz="3200" dirty="0">
                <a:latin typeface="メイリオ" panose="020B0604030504040204" pitchFamily="50" charset="-128"/>
                <a:ea typeface="メイリオ" panose="020B0604030504040204" pitchFamily="50" charset="-128"/>
              </a:rPr>
              <a:t>からのデータ収集の課題</a:t>
            </a:r>
          </a:p>
        </p:txBody>
      </p:sp>
      <p:sp>
        <p:nvSpPr>
          <p:cNvPr id="4" name="テキスト ボックス 3">
            <a:extLst>
              <a:ext uri="{FF2B5EF4-FFF2-40B4-BE49-F238E27FC236}">
                <a16:creationId xmlns:a16="http://schemas.microsoft.com/office/drawing/2014/main" id="{A606D9A5-6049-9734-D0B0-FDE2DD947ADB}"/>
              </a:ext>
            </a:extLst>
          </p:cNvPr>
          <p:cNvSpPr txBox="1"/>
          <p:nvPr/>
        </p:nvSpPr>
        <p:spPr>
          <a:xfrm>
            <a:off x="594360" y="1284618"/>
            <a:ext cx="9879628" cy="1200329"/>
          </a:xfrm>
          <a:prstGeom prst="rect">
            <a:avLst/>
          </a:prstGeom>
          <a:noFill/>
        </p:spPr>
        <p:txBody>
          <a:bodyPr wrap="none" rtlCol="0">
            <a:spAutoFit/>
          </a:bodyPr>
          <a:lstStyle/>
          <a:p>
            <a:pPr marL="457200" indent="-457200" algn="l">
              <a:buFont typeface="+mj-lt"/>
              <a:buAutoNum type="arabicPeriod"/>
            </a:pPr>
            <a:r>
              <a:rPr kumimoji="1" lang="ja-JP" altLang="en-US" sz="2400" dirty="0">
                <a:latin typeface="メイリオ" panose="020B0604030504040204" pitchFamily="50" charset="-128"/>
                <a:ea typeface="メイリオ" panose="020B0604030504040204" pitchFamily="50" charset="-128"/>
              </a:rPr>
              <a:t>巨大すぎてキーワード検索できない（そういう機能は存在しない）</a:t>
            </a:r>
            <a:endParaRPr kumimoji="1" lang="en-US" altLang="ja-JP" sz="2400" dirty="0">
              <a:latin typeface="メイリオ" panose="020B0604030504040204" pitchFamily="50" charset="-128"/>
              <a:ea typeface="メイリオ" panose="020B0604030504040204" pitchFamily="50" charset="-128"/>
            </a:endParaRPr>
          </a:p>
          <a:p>
            <a:pPr marL="457200" indent="-457200" algn="l">
              <a:buFont typeface="+mj-lt"/>
              <a:buAutoNum type="arabicPeriod"/>
            </a:pPr>
            <a:r>
              <a:rPr lang="ja-JP" altLang="en-US" sz="2400" dirty="0">
                <a:latin typeface="メイリオ" panose="020B0604030504040204" pitchFamily="50" charset="-128"/>
                <a:ea typeface="メイリオ" panose="020B0604030504040204" pitchFamily="50" charset="-128"/>
              </a:rPr>
              <a:t>ドメインレベルで丸ごと、もしくはリソース名を指定して取り出す</a:t>
            </a:r>
            <a:endParaRPr kumimoji="1" lang="en-US" altLang="ja-JP" sz="2400" dirty="0">
              <a:latin typeface="メイリオ" panose="020B0604030504040204" pitchFamily="50" charset="-128"/>
              <a:ea typeface="メイリオ" panose="020B0604030504040204" pitchFamily="50" charset="-128"/>
            </a:endParaRPr>
          </a:p>
          <a:p>
            <a:pPr marL="457200" indent="-457200" algn="l">
              <a:buFont typeface="+mj-lt"/>
              <a:buAutoNum type="arabicPeriod"/>
            </a:pPr>
            <a:endParaRPr kumimoji="1" lang="ja-JP" altLang="en-US" sz="2400"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837B5386-E76F-2B48-204B-459A9AB95CB6}"/>
              </a:ext>
            </a:extLst>
          </p:cNvPr>
          <p:cNvSpPr txBox="1"/>
          <p:nvPr/>
        </p:nvSpPr>
        <p:spPr>
          <a:xfrm>
            <a:off x="1033272" y="2240724"/>
            <a:ext cx="8301119" cy="1569660"/>
          </a:xfrm>
          <a:prstGeom prst="rect">
            <a:avLst/>
          </a:prstGeom>
          <a:noFill/>
        </p:spPr>
        <p:txBody>
          <a:bodyPr wrap="none" rtlCol="0">
            <a:spAutoFit/>
          </a:bodyPr>
          <a:lstStyle/>
          <a:p>
            <a:pPr algn="l"/>
            <a:r>
              <a:rPr kumimoji="1" lang="ja-JP" altLang="en-US" sz="2400" dirty="0">
                <a:latin typeface="メイリオ" panose="020B0604030504040204" pitchFamily="50" charset="-128"/>
                <a:ea typeface="メイリオ" panose="020B0604030504040204" pitchFamily="50" charset="-128"/>
              </a:rPr>
              <a:t>例：</a:t>
            </a:r>
            <a:endParaRPr kumimoji="1" lang="en-US" altLang="ja-JP" sz="2400" dirty="0">
              <a:latin typeface="メイリオ" panose="020B0604030504040204" pitchFamily="50" charset="-128"/>
              <a:ea typeface="メイリオ" panose="020B0604030504040204" pitchFamily="50" charset="-128"/>
            </a:endParaRPr>
          </a:p>
          <a:p>
            <a:pPr algn="l"/>
            <a:r>
              <a:rPr lang="ja-JP" altLang="en-US" sz="2400" dirty="0">
                <a:latin typeface="メイリオ" panose="020B0604030504040204" pitchFamily="50" charset="-128"/>
                <a:ea typeface="メイリオ" panose="020B0604030504040204" pitchFamily="50" charset="-128"/>
              </a:rPr>
              <a:t>　　　ドメイン名：</a:t>
            </a:r>
            <a:r>
              <a:rPr lang="en-US" altLang="ja-JP" sz="2400" dirty="0">
                <a:latin typeface="メイリオ" panose="020B0604030504040204" pitchFamily="50" charset="-128"/>
                <a:ea typeface="メイリオ" panose="020B0604030504040204" pitchFamily="50" charset="-128"/>
                <a:hlinkClick r:id="rId2"/>
              </a:rPr>
              <a:t>cookpad.com</a:t>
            </a:r>
            <a:endParaRPr lang="en-US" altLang="ja-JP" sz="2400" dirty="0">
              <a:latin typeface="メイリオ" panose="020B0604030504040204" pitchFamily="50" charset="-128"/>
              <a:ea typeface="メイリオ" panose="020B0604030504040204" pitchFamily="50" charset="-128"/>
            </a:endParaRPr>
          </a:p>
          <a:p>
            <a:r>
              <a:rPr kumimoji="1" lang="en-US" altLang="ja-JP" sz="2400" dirty="0">
                <a:latin typeface="メイリオ" panose="020B0604030504040204" pitchFamily="50" charset="-128"/>
                <a:ea typeface="メイリオ" panose="020B0604030504040204" pitchFamily="50" charset="-128"/>
              </a:rPr>
              <a:t>         </a:t>
            </a:r>
            <a:r>
              <a:rPr kumimoji="1" lang="ja-JP" altLang="en-US" sz="2400" dirty="0">
                <a:latin typeface="メイリオ" panose="020B0604030504040204" pitchFamily="50" charset="-128"/>
                <a:ea typeface="メイリオ" panose="020B0604030504040204" pitchFamily="50" charset="-128"/>
              </a:rPr>
              <a:t>リソース名：</a:t>
            </a:r>
            <a:r>
              <a:rPr lang="pt-BR" altLang="ja-JP" sz="2400" dirty="0">
                <a:latin typeface="メイリオ" panose="020B0604030504040204" pitchFamily="50" charset="-128"/>
                <a:ea typeface="メイリオ" panose="020B0604030504040204" pitchFamily="50" charset="-128"/>
              </a:rPr>
              <a:t>cookpad.com/jp/recipes/25747530</a:t>
            </a:r>
          </a:p>
          <a:p>
            <a:endParaRPr kumimoji="1" lang="ja-JP" altLang="en-US" sz="2400" dirty="0">
              <a:latin typeface="メイリオ" panose="020B0604030504040204" pitchFamily="50" charset="-128"/>
              <a:ea typeface="メイリオ" panose="020B0604030504040204" pitchFamily="50" charset="-128"/>
            </a:endParaRPr>
          </a:p>
        </p:txBody>
      </p:sp>
      <p:sp>
        <p:nvSpPr>
          <p:cNvPr id="6" name="テキスト ボックス 5">
            <a:extLst>
              <a:ext uri="{FF2B5EF4-FFF2-40B4-BE49-F238E27FC236}">
                <a16:creationId xmlns:a16="http://schemas.microsoft.com/office/drawing/2014/main" id="{E558C732-0815-9687-C3FF-480F3ADE9605}"/>
              </a:ext>
            </a:extLst>
          </p:cNvPr>
          <p:cNvSpPr txBox="1"/>
          <p:nvPr/>
        </p:nvSpPr>
        <p:spPr>
          <a:xfrm>
            <a:off x="712470" y="3842723"/>
            <a:ext cx="10593705" cy="830997"/>
          </a:xfrm>
          <a:prstGeom prst="rect">
            <a:avLst/>
          </a:prstGeom>
          <a:noFill/>
        </p:spPr>
        <p:txBody>
          <a:bodyPr wrap="square" rtlCol="0">
            <a:spAutoFit/>
          </a:bodyPr>
          <a:lstStyle/>
          <a:p>
            <a:pPr algn="l"/>
            <a:r>
              <a:rPr kumimoji="1" lang="ja-JP" altLang="en-US" sz="2400" dirty="0">
                <a:latin typeface="メイリオ" panose="020B0604030504040204" pitchFamily="50" charset="-128"/>
                <a:ea typeface="メイリオ" panose="020B0604030504040204" pitchFamily="50" charset="-128"/>
              </a:rPr>
              <a:t>いちいちリソース名を特定するのは非現実的なので、ドメイン名で丸ごと（数百万！）取り出すしかない</a:t>
            </a:r>
          </a:p>
        </p:txBody>
      </p:sp>
    </p:spTree>
    <p:extLst>
      <p:ext uri="{BB962C8B-B14F-4D97-AF65-F5344CB8AC3E}">
        <p14:creationId xmlns:p14="http://schemas.microsoft.com/office/powerpoint/2010/main" val="23499378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BB872E-71A4-E441-B900-3AD825142415}"/>
            </a:ext>
          </a:extLst>
        </p:cNvPr>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978B5331-BC9F-BBEA-1654-3D6654030492}"/>
              </a:ext>
            </a:extLst>
          </p:cNvPr>
          <p:cNvSpPr txBox="1"/>
          <p:nvPr/>
        </p:nvSpPr>
        <p:spPr>
          <a:xfrm>
            <a:off x="594360" y="603504"/>
            <a:ext cx="8108887" cy="584775"/>
          </a:xfrm>
          <a:prstGeom prst="rect">
            <a:avLst/>
          </a:prstGeom>
          <a:noFill/>
        </p:spPr>
        <p:txBody>
          <a:bodyPr wrap="none" rtlCol="0">
            <a:spAutoFit/>
          </a:bodyPr>
          <a:lstStyle/>
          <a:p>
            <a:pPr algn="l"/>
            <a:r>
              <a:rPr kumimoji="1" lang="en-US" altLang="ja-JP" sz="3200" dirty="0">
                <a:latin typeface="メイリオ" panose="020B0604030504040204" pitchFamily="50" charset="-128"/>
                <a:ea typeface="メイリオ" panose="020B0604030504040204" pitchFamily="50" charset="-128"/>
              </a:rPr>
              <a:t>Common crawl</a:t>
            </a:r>
            <a:r>
              <a:rPr kumimoji="1" lang="ja-JP" altLang="en-US" sz="3200" dirty="0">
                <a:latin typeface="メイリオ" panose="020B0604030504040204" pitchFamily="50" charset="-128"/>
                <a:ea typeface="メイリオ" panose="020B0604030504040204" pitchFamily="50" charset="-128"/>
              </a:rPr>
              <a:t>からのデータ収集の課題２</a:t>
            </a:r>
          </a:p>
        </p:txBody>
      </p:sp>
      <p:sp>
        <p:nvSpPr>
          <p:cNvPr id="4" name="テキスト ボックス 3">
            <a:extLst>
              <a:ext uri="{FF2B5EF4-FFF2-40B4-BE49-F238E27FC236}">
                <a16:creationId xmlns:a16="http://schemas.microsoft.com/office/drawing/2014/main" id="{5A602134-9FA2-62A7-7B8E-5E35997880A4}"/>
              </a:ext>
            </a:extLst>
          </p:cNvPr>
          <p:cNvSpPr txBox="1"/>
          <p:nvPr/>
        </p:nvSpPr>
        <p:spPr>
          <a:xfrm>
            <a:off x="594360" y="1284618"/>
            <a:ext cx="11726287" cy="830997"/>
          </a:xfrm>
          <a:prstGeom prst="rect">
            <a:avLst/>
          </a:prstGeom>
          <a:noFill/>
        </p:spPr>
        <p:txBody>
          <a:bodyPr wrap="none" rtlCol="0">
            <a:spAutoFit/>
          </a:bodyPr>
          <a:lstStyle/>
          <a:p>
            <a:pPr marL="457200" indent="-457200" algn="l">
              <a:buFont typeface="+mj-lt"/>
              <a:buAutoNum type="arabicPeriod"/>
            </a:pPr>
            <a:r>
              <a:rPr kumimoji="1" lang="ja-JP" altLang="en-US" sz="2400" dirty="0">
                <a:latin typeface="メイリオ" panose="020B0604030504040204" pitchFamily="50" charset="-128"/>
                <a:ea typeface="メイリオ" panose="020B0604030504040204" pitchFamily="50" charset="-128"/>
              </a:rPr>
              <a:t>巨大すぎてドメイン名を指定してアクセスしてもタイムアウトエラーになる</a:t>
            </a:r>
            <a:endParaRPr kumimoji="1" lang="en-US" altLang="ja-JP" sz="2400" dirty="0">
              <a:latin typeface="メイリオ" panose="020B0604030504040204" pitchFamily="50" charset="-128"/>
              <a:ea typeface="メイリオ" panose="020B0604030504040204" pitchFamily="50" charset="-128"/>
            </a:endParaRPr>
          </a:p>
          <a:p>
            <a:pPr marL="457200" indent="-457200" algn="l">
              <a:buFont typeface="+mj-lt"/>
              <a:buAutoNum type="arabicPeriod"/>
            </a:pPr>
            <a:r>
              <a:rPr lang="ja-JP" altLang="en-US" sz="2400" dirty="0">
                <a:latin typeface="メイリオ" panose="020B0604030504040204" pitchFamily="50" charset="-128"/>
                <a:ea typeface="メイリオ" panose="020B0604030504040204" pitchFamily="50" charset="-128"/>
              </a:rPr>
              <a:t>インターネットのネットワークスピードがデータベースのサイズに追いつかない</a:t>
            </a:r>
            <a:endParaRPr kumimoji="1" lang="ja-JP" altLang="en-US" sz="2400"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34528483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061ED0DA-0C76-74F9-9826-122403C0D340}"/>
              </a:ext>
            </a:extLst>
          </p:cNvPr>
          <p:cNvSpPr txBox="1"/>
          <p:nvPr/>
        </p:nvSpPr>
        <p:spPr>
          <a:xfrm>
            <a:off x="575499" y="435817"/>
            <a:ext cx="7288149" cy="584775"/>
          </a:xfrm>
          <a:prstGeom prst="rect">
            <a:avLst/>
          </a:prstGeom>
          <a:noFill/>
        </p:spPr>
        <p:txBody>
          <a:bodyPr wrap="none" rtlCol="0">
            <a:spAutoFit/>
          </a:bodyPr>
          <a:lstStyle/>
          <a:p>
            <a:pPr algn="l"/>
            <a:r>
              <a:rPr kumimoji="1" lang="en-US" altLang="ja-JP" sz="3200" dirty="0">
                <a:latin typeface="メイリオ" panose="020B0604030504040204" pitchFamily="50" charset="-128"/>
                <a:ea typeface="メイリオ" panose="020B0604030504040204" pitchFamily="50" charset="-128"/>
              </a:rPr>
              <a:t>Common crawl</a:t>
            </a:r>
            <a:r>
              <a:rPr kumimoji="1" lang="ja-JP" altLang="en-US" sz="3200" dirty="0">
                <a:latin typeface="メイリオ" panose="020B0604030504040204" pitchFamily="50" charset="-128"/>
                <a:ea typeface="メイリオ" panose="020B0604030504040204" pitchFamily="50" charset="-128"/>
              </a:rPr>
              <a:t>からのデータ収集方法</a:t>
            </a:r>
          </a:p>
        </p:txBody>
      </p:sp>
      <p:sp>
        <p:nvSpPr>
          <p:cNvPr id="5" name="テキスト ボックス 4">
            <a:extLst>
              <a:ext uri="{FF2B5EF4-FFF2-40B4-BE49-F238E27FC236}">
                <a16:creationId xmlns:a16="http://schemas.microsoft.com/office/drawing/2014/main" id="{E531B377-9B41-6F1C-CB76-1BB4A59D2281}"/>
              </a:ext>
            </a:extLst>
          </p:cNvPr>
          <p:cNvSpPr txBox="1"/>
          <p:nvPr/>
        </p:nvSpPr>
        <p:spPr>
          <a:xfrm>
            <a:off x="681990" y="1123950"/>
            <a:ext cx="11024235" cy="1200329"/>
          </a:xfrm>
          <a:prstGeom prst="rect">
            <a:avLst/>
          </a:prstGeom>
          <a:noFill/>
        </p:spPr>
        <p:txBody>
          <a:bodyPr wrap="square" rtlCol="0">
            <a:spAutoFit/>
          </a:bodyPr>
          <a:lstStyle/>
          <a:p>
            <a:pPr marL="457200" indent="-457200" algn="l">
              <a:buFont typeface="+mj-lt"/>
              <a:buAutoNum type="arabicPeriod"/>
            </a:pPr>
            <a:r>
              <a:rPr kumimoji="1" lang="ja-JP" altLang="en-US" sz="2400" dirty="0">
                <a:latin typeface="メイリオ" panose="020B0604030504040204" pitchFamily="50" charset="-128"/>
                <a:ea typeface="メイリオ" panose="020B0604030504040204" pitchFamily="50" charset="-128"/>
              </a:rPr>
              <a:t>ドメイン名を指定して該当データの位置情報（</a:t>
            </a:r>
            <a:r>
              <a:rPr kumimoji="1" lang="en-US" altLang="ja-JP" sz="2400" dirty="0">
                <a:latin typeface="メイリオ" panose="020B0604030504040204" pitchFamily="50" charset="-128"/>
                <a:ea typeface="メイリオ" panose="020B0604030504040204" pitchFamily="50" charset="-128"/>
              </a:rPr>
              <a:t>common crawl </a:t>
            </a:r>
            <a:r>
              <a:rPr kumimoji="1" lang="ja-JP" altLang="en-US" sz="2400" dirty="0">
                <a:latin typeface="メイリオ" panose="020B0604030504040204" pitchFamily="50" charset="-128"/>
                <a:ea typeface="メイリオ" panose="020B0604030504040204" pitchFamily="50" charset="-128"/>
              </a:rPr>
              <a:t>データベース上のどのバイト位置にあるか）を取り出す</a:t>
            </a:r>
            <a:endParaRPr kumimoji="1" lang="en-US" altLang="ja-JP" sz="2400" dirty="0">
              <a:latin typeface="メイリオ" panose="020B0604030504040204" pitchFamily="50" charset="-128"/>
              <a:ea typeface="メイリオ" panose="020B0604030504040204" pitchFamily="50" charset="-128"/>
            </a:endParaRPr>
          </a:p>
          <a:p>
            <a:pPr marL="457200" indent="-457200" algn="l">
              <a:buFont typeface="+mj-lt"/>
              <a:buAutoNum type="arabicPeriod"/>
            </a:pPr>
            <a:r>
              <a:rPr lang="ja-JP" altLang="en-US" sz="2400" dirty="0">
                <a:latin typeface="メイリオ" panose="020B0604030504040204" pitchFamily="50" charset="-128"/>
                <a:ea typeface="メイリオ" panose="020B0604030504040204" pitchFamily="50" charset="-128"/>
              </a:rPr>
              <a:t>位置情報にもとづき該当データを取り出す</a:t>
            </a:r>
            <a:endParaRPr kumimoji="1" lang="ja-JP" altLang="en-US" sz="2400" dirty="0">
              <a:latin typeface="メイリオ" panose="020B0604030504040204" pitchFamily="50" charset="-128"/>
              <a:ea typeface="メイリオ" panose="020B0604030504040204" pitchFamily="50" charset="-128"/>
            </a:endParaRPr>
          </a:p>
        </p:txBody>
      </p:sp>
      <p:sp>
        <p:nvSpPr>
          <p:cNvPr id="6" name="フローチャート: 磁気ディスク 5">
            <a:extLst>
              <a:ext uri="{FF2B5EF4-FFF2-40B4-BE49-F238E27FC236}">
                <a16:creationId xmlns:a16="http://schemas.microsoft.com/office/drawing/2014/main" id="{6FB76F04-97A2-AA9A-B161-7077A054D617}"/>
              </a:ext>
            </a:extLst>
          </p:cNvPr>
          <p:cNvSpPr/>
          <p:nvPr/>
        </p:nvSpPr>
        <p:spPr>
          <a:xfrm>
            <a:off x="6429375" y="2252472"/>
            <a:ext cx="3676650" cy="3631376"/>
          </a:xfrm>
          <a:prstGeom prst="flowChartMagneticDisk">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7" name="テキスト ボックス 6">
            <a:extLst>
              <a:ext uri="{FF2B5EF4-FFF2-40B4-BE49-F238E27FC236}">
                <a16:creationId xmlns:a16="http://schemas.microsoft.com/office/drawing/2014/main" id="{AE8F3FB6-357B-3A00-8721-01A3CCAA8B71}"/>
              </a:ext>
            </a:extLst>
          </p:cNvPr>
          <p:cNvSpPr txBox="1"/>
          <p:nvPr/>
        </p:nvSpPr>
        <p:spPr>
          <a:xfrm>
            <a:off x="3039604" y="3856400"/>
            <a:ext cx="2359941" cy="461665"/>
          </a:xfrm>
          <a:prstGeom prst="rect">
            <a:avLst/>
          </a:prstGeom>
          <a:noFill/>
        </p:spPr>
        <p:txBody>
          <a:bodyPr wrap="none" rtlCol="0">
            <a:spAutoFit/>
          </a:bodyPr>
          <a:lstStyle/>
          <a:p>
            <a:pPr algn="l"/>
            <a:r>
              <a:rPr kumimoji="1" lang="en-US" altLang="ja-JP" sz="2400" dirty="0">
                <a:latin typeface="メイリオ" panose="020B0604030504040204" pitchFamily="50" charset="-128"/>
                <a:ea typeface="メイリオ" panose="020B0604030504040204" pitchFamily="50" charset="-128"/>
              </a:rPr>
              <a:t>cookpad.com*</a:t>
            </a:r>
            <a:endParaRPr kumimoji="1" lang="ja-JP" altLang="en-US" sz="2400" dirty="0">
              <a:latin typeface="メイリオ" panose="020B0604030504040204" pitchFamily="50" charset="-128"/>
              <a:ea typeface="メイリオ" panose="020B0604030504040204" pitchFamily="50" charset="-128"/>
            </a:endParaRPr>
          </a:p>
        </p:txBody>
      </p:sp>
      <p:sp>
        <p:nvSpPr>
          <p:cNvPr id="8" name="矢印: 右 7">
            <a:extLst>
              <a:ext uri="{FF2B5EF4-FFF2-40B4-BE49-F238E27FC236}">
                <a16:creationId xmlns:a16="http://schemas.microsoft.com/office/drawing/2014/main" id="{0749B625-23FF-3DA4-998C-71AAEEF3CD35}"/>
              </a:ext>
            </a:extLst>
          </p:cNvPr>
          <p:cNvSpPr/>
          <p:nvPr/>
        </p:nvSpPr>
        <p:spPr>
          <a:xfrm>
            <a:off x="5562600" y="3818966"/>
            <a:ext cx="800100" cy="46166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テキスト ボックス 8">
            <a:extLst>
              <a:ext uri="{FF2B5EF4-FFF2-40B4-BE49-F238E27FC236}">
                <a16:creationId xmlns:a16="http://schemas.microsoft.com/office/drawing/2014/main" id="{A175A97F-77CD-FD3E-F5A8-33E675BE0A01}"/>
              </a:ext>
            </a:extLst>
          </p:cNvPr>
          <p:cNvSpPr txBox="1"/>
          <p:nvPr/>
        </p:nvSpPr>
        <p:spPr>
          <a:xfrm>
            <a:off x="3039604" y="5019294"/>
            <a:ext cx="2359941" cy="461665"/>
          </a:xfrm>
          <a:prstGeom prst="rect">
            <a:avLst/>
          </a:prstGeom>
          <a:noFill/>
        </p:spPr>
        <p:txBody>
          <a:bodyPr wrap="none" rtlCol="0">
            <a:spAutoFit/>
          </a:bodyPr>
          <a:lstStyle/>
          <a:p>
            <a:pPr algn="l"/>
            <a:r>
              <a:rPr kumimoji="1" lang="en-US" altLang="ja-JP" sz="2400" dirty="0">
                <a:latin typeface="メイリオ" panose="020B0604030504040204" pitchFamily="50" charset="-128"/>
                <a:ea typeface="メイリオ" panose="020B0604030504040204" pitchFamily="50" charset="-128"/>
              </a:rPr>
              <a:t>cookpad.com*</a:t>
            </a:r>
            <a:endParaRPr kumimoji="1" lang="ja-JP" altLang="en-US" sz="2400" dirty="0">
              <a:latin typeface="メイリオ" panose="020B0604030504040204" pitchFamily="50" charset="-128"/>
              <a:ea typeface="メイリオ" panose="020B0604030504040204" pitchFamily="50" charset="-128"/>
            </a:endParaRPr>
          </a:p>
        </p:txBody>
      </p:sp>
      <p:sp>
        <p:nvSpPr>
          <p:cNvPr id="10" name="矢印: 右 9">
            <a:extLst>
              <a:ext uri="{FF2B5EF4-FFF2-40B4-BE49-F238E27FC236}">
                <a16:creationId xmlns:a16="http://schemas.microsoft.com/office/drawing/2014/main" id="{F73E58D8-990F-3E4D-74C7-83962773FFA2}"/>
              </a:ext>
            </a:extLst>
          </p:cNvPr>
          <p:cNvSpPr/>
          <p:nvPr/>
        </p:nvSpPr>
        <p:spPr>
          <a:xfrm>
            <a:off x="5562600" y="4981860"/>
            <a:ext cx="800100" cy="46166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2" name="直線矢印コネクタ 11">
            <a:extLst>
              <a:ext uri="{FF2B5EF4-FFF2-40B4-BE49-F238E27FC236}">
                <a16:creationId xmlns:a16="http://schemas.microsoft.com/office/drawing/2014/main" id="{CC6908FF-732E-2A21-F035-D62E8AD2AD86}"/>
              </a:ext>
            </a:extLst>
          </p:cNvPr>
          <p:cNvCxnSpPr>
            <a:cxnSpLocks/>
          </p:cNvCxnSpPr>
          <p:nvPr/>
        </p:nvCxnSpPr>
        <p:spPr>
          <a:xfrm flipH="1">
            <a:off x="6304478" y="3051817"/>
            <a:ext cx="2232" cy="83306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3" name="テキスト ボックス 12">
            <a:extLst>
              <a:ext uri="{FF2B5EF4-FFF2-40B4-BE49-F238E27FC236}">
                <a16:creationId xmlns:a16="http://schemas.microsoft.com/office/drawing/2014/main" id="{9BA7DA13-E0D8-DAF1-F975-F39BC4B6AD6D}"/>
              </a:ext>
            </a:extLst>
          </p:cNvPr>
          <p:cNvSpPr txBox="1"/>
          <p:nvPr/>
        </p:nvSpPr>
        <p:spPr>
          <a:xfrm>
            <a:off x="6145917" y="2693506"/>
            <a:ext cx="1301382" cy="461665"/>
          </a:xfrm>
          <a:prstGeom prst="rect">
            <a:avLst/>
          </a:prstGeom>
          <a:noFill/>
        </p:spPr>
        <p:txBody>
          <a:bodyPr wrap="none" rtlCol="0">
            <a:spAutoFit/>
          </a:bodyPr>
          <a:lstStyle/>
          <a:p>
            <a:pPr algn="l"/>
            <a:r>
              <a:rPr kumimoji="1" lang="en-US" altLang="ja-JP" sz="2400" dirty="0">
                <a:latin typeface="メイリオ" panose="020B0604030504040204" pitchFamily="50" charset="-128"/>
                <a:ea typeface="メイリオ" panose="020B0604030504040204" pitchFamily="50" charset="-128"/>
              </a:rPr>
              <a:t>0(byte)</a:t>
            </a:r>
            <a:endParaRPr kumimoji="1" lang="ja-JP" altLang="en-US" sz="2400" dirty="0">
              <a:latin typeface="メイリオ" panose="020B0604030504040204" pitchFamily="50" charset="-128"/>
              <a:ea typeface="メイリオ" panose="020B0604030504040204" pitchFamily="50" charset="-128"/>
            </a:endParaRPr>
          </a:p>
        </p:txBody>
      </p:sp>
      <p:sp>
        <p:nvSpPr>
          <p:cNvPr id="14" name="テキスト ボックス 13">
            <a:extLst>
              <a:ext uri="{FF2B5EF4-FFF2-40B4-BE49-F238E27FC236}">
                <a16:creationId xmlns:a16="http://schemas.microsoft.com/office/drawing/2014/main" id="{A2A261FD-D3F1-861F-4763-55AEEB625CEC}"/>
              </a:ext>
            </a:extLst>
          </p:cNvPr>
          <p:cNvSpPr txBox="1"/>
          <p:nvPr/>
        </p:nvSpPr>
        <p:spPr>
          <a:xfrm>
            <a:off x="2575709" y="2693506"/>
            <a:ext cx="3570208" cy="461665"/>
          </a:xfrm>
          <a:prstGeom prst="rect">
            <a:avLst/>
          </a:prstGeom>
          <a:noFill/>
        </p:spPr>
        <p:txBody>
          <a:bodyPr wrap="none" rtlCol="0">
            <a:spAutoFit/>
          </a:bodyPr>
          <a:lstStyle/>
          <a:p>
            <a:pPr algn="l"/>
            <a:r>
              <a:rPr kumimoji="1" lang="ja-JP" altLang="en-US" sz="2400" dirty="0">
                <a:latin typeface="メイリオ" panose="020B0604030504040204" pitchFamily="50" charset="-128"/>
                <a:ea typeface="メイリオ" panose="020B0604030504040204" pitchFamily="50" charset="-128"/>
              </a:rPr>
              <a:t>データベースの先頭位置</a:t>
            </a:r>
          </a:p>
        </p:txBody>
      </p:sp>
      <p:sp>
        <p:nvSpPr>
          <p:cNvPr id="15" name="テキスト ボックス 14">
            <a:extLst>
              <a:ext uri="{FF2B5EF4-FFF2-40B4-BE49-F238E27FC236}">
                <a16:creationId xmlns:a16="http://schemas.microsoft.com/office/drawing/2014/main" id="{09F35F44-016E-D4B2-AB86-0EF938A38EE6}"/>
              </a:ext>
            </a:extLst>
          </p:cNvPr>
          <p:cNvSpPr txBox="1"/>
          <p:nvPr/>
        </p:nvSpPr>
        <p:spPr>
          <a:xfrm>
            <a:off x="6465271" y="3810107"/>
            <a:ext cx="4311245" cy="461665"/>
          </a:xfrm>
          <a:prstGeom prst="rect">
            <a:avLst/>
          </a:prstGeom>
          <a:noFill/>
        </p:spPr>
        <p:txBody>
          <a:bodyPr wrap="none" rtlCol="0">
            <a:spAutoFit/>
          </a:bodyPr>
          <a:lstStyle/>
          <a:p>
            <a:pPr algn="l"/>
            <a:r>
              <a:rPr kumimoji="1" lang="en-US" altLang="ja-JP" sz="2400" dirty="0">
                <a:latin typeface="メイリオ" panose="020B0604030504040204" pitchFamily="50" charset="-128"/>
                <a:ea typeface="メイリオ" panose="020B0604030504040204" pitchFamily="50" charset="-128"/>
              </a:rPr>
              <a:t>x byte</a:t>
            </a:r>
            <a:r>
              <a:rPr kumimoji="1" lang="ja-JP" altLang="en-US" sz="2400" dirty="0">
                <a:latin typeface="メイリオ" panose="020B0604030504040204" pitchFamily="50" charset="-128"/>
                <a:ea typeface="メイリオ" panose="020B0604030504040204" pitchFamily="50" charset="-128"/>
              </a:rPr>
              <a:t>から</a:t>
            </a:r>
            <a:r>
              <a:rPr kumimoji="1" lang="en-US" altLang="ja-JP" sz="2400" dirty="0">
                <a:latin typeface="メイリオ" panose="020B0604030504040204" pitchFamily="50" charset="-128"/>
                <a:ea typeface="メイリオ" panose="020B0604030504040204" pitchFamily="50" charset="-128"/>
              </a:rPr>
              <a:t>y byte</a:t>
            </a:r>
            <a:r>
              <a:rPr lang="ja-JP" altLang="en-US" sz="2400" dirty="0">
                <a:latin typeface="メイリオ" panose="020B0604030504040204" pitchFamily="50" charset="-128"/>
                <a:ea typeface="メイリオ" panose="020B0604030504040204" pitchFamily="50" charset="-128"/>
              </a:rPr>
              <a:t>分を占める</a:t>
            </a:r>
            <a:r>
              <a:rPr kumimoji="1" lang="en-US" altLang="ja-JP" sz="2400" dirty="0">
                <a:latin typeface="メイリオ" panose="020B0604030504040204" pitchFamily="50" charset="-128"/>
                <a:ea typeface="メイリオ" panose="020B0604030504040204" pitchFamily="50" charset="-128"/>
              </a:rPr>
              <a:t> </a:t>
            </a:r>
            <a:endParaRPr kumimoji="1" lang="ja-JP" altLang="en-US" sz="2400" dirty="0">
              <a:latin typeface="メイリオ" panose="020B0604030504040204" pitchFamily="50" charset="-128"/>
              <a:ea typeface="メイリオ" panose="020B0604030504040204" pitchFamily="50" charset="-128"/>
            </a:endParaRPr>
          </a:p>
        </p:txBody>
      </p:sp>
      <p:sp>
        <p:nvSpPr>
          <p:cNvPr id="21" name="テキスト ボックス 20">
            <a:extLst>
              <a:ext uri="{FF2B5EF4-FFF2-40B4-BE49-F238E27FC236}">
                <a16:creationId xmlns:a16="http://schemas.microsoft.com/office/drawing/2014/main" id="{BE25DA29-74C8-3792-241B-4A2D8BCFDD6B}"/>
              </a:ext>
            </a:extLst>
          </p:cNvPr>
          <p:cNvSpPr txBox="1"/>
          <p:nvPr/>
        </p:nvSpPr>
        <p:spPr>
          <a:xfrm>
            <a:off x="6525755" y="4981859"/>
            <a:ext cx="4656468" cy="461665"/>
          </a:xfrm>
          <a:prstGeom prst="rect">
            <a:avLst/>
          </a:prstGeom>
          <a:noFill/>
        </p:spPr>
        <p:txBody>
          <a:bodyPr wrap="none" rtlCol="0">
            <a:spAutoFit/>
          </a:bodyPr>
          <a:lstStyle/>
          <a:p>
            <a:pPr algn="l"/>
            <a:r>
              <a:rPr kumimoji="1" lang="en-US" altLang="ja-JP" sz="2400" dirty="0">
                <a:latin typeface="メイリオ" panose="020B0604030504040204" pitchFamily="50" charset="-128"/>
                <a:ea typeface="メイリオ" panose="020B0604030504040204" pitchFamily="50" charset="-128"/>
              </a:rPr>
              <a:t>x’ byte</a:t>
            </a:r>
            <a:r>
              <a:rPr kumimoji="1" lang="ja-JP" altLang="en-US" sz="2400" dirty="0">
                <a:latin typeface="メイリオ" panose="020B0604030504040204" pitchFamily="50" charset="-128"/>
                <a:ea typeface="メイリオ" panose="020B0604030504040204" pitchFamily="50" charset="-128"/>
              </a:rPr>
              <a:t>から</a:t>
            </a:r>
            <a:r>
              <a:rPr kumimoji="1" lang="en-US" altLang="ja-JP" sz="2400" dirty="0">
                <a:latin typeface="メイリオ" panose="020B0604030504040204" pitchFamily="50" charset="-128"/>
                <a:ea typeface="メイリオ" panose="020B0604030504040204" pitchFamily="50" charset="-128"/>
              </a:rPr>
              <a:t>y’ byte</a:t>
            </a:r>
            <a:r>
              <a:rPr lang="ja-JP" altLang="en-US" sz="2400" dirty="0">
                <a:latin typeface="メイリオ" panose="020B0604030504040204" pitchFamily="50" charset="-128"/>
                <a:ea typeface="メイリオ" panose="020B0604030504040204" pitchFamily="50" charset="-128"/>
              </a:rPr>
              <a:t>分を占める</a:t>
            </a:r>
            <a:r>
              <a:rPr kumimoji="1" lang="en-US" altLang="ja-JP" sz="2400" dirty="0">
                <a:latin typeface="メイリオ" panose="020B0604030504040204" pitchFamily="50" charset="-128"/>
                <a:ea typeface="メイリオ" panose="020B0604030504040204" pitchFamily="50" charset="-128"/>
              </a:rPr>
              <a:t> </a:t>
            </a:r>
            <a:endParaRPr kumimoji="1" lang="ja-JP" altLang="en-US" sz="2400" dirty="0">
              <a:latin typeface="メイリオ" panose="020B0604030504040204" pitchFamily="50" charset="-128"/>
              <a:ea typeface="メイリオ" panose="020B0604030504040204" pitchFamily="50" charset="-128"/>
            </a:endParaRPr>
          </a:p>
        </p:txBody>
      </p:sp>
      <p:sp>
        <p:nvSpPr>
          <p:cNvPr id="22" name="テキスト ボックス 21">
            <a:extLst>
              <a:ext uri="{FF2B5EF4-FFF2-40B4-BE49-F238E27FC236}">
                <a16:creationId xmlns:a16="http://schemas.microsoft.com/office/drawing/2014/main" id="{32EE9DF5-E236-6589-93B2-EF0D90ED3E95}"/>
              </a:ext>
            </a:extLst>
          </p:cNvPr>
          <p:cNvSpPr txBox="1"/>
          <p:nvPr/>
        </p:nvSpPr>
        <p:spPr>
          <a:xfrm>
            <a:off x="1746146" y="5883848"/>
            <a:ext cx="9116663" cy="830997"/>
          </a:xfrm>
          <a:prstGeom prst="rect">
            <a:avLst/>
          </a:prstGeom>
          <a:noFill/>
        </p:spPr>
        <p:txBody>
          <a:bodyPr wrap="none" rtlCol="0">
            <a:spAutoFit/>
          </a:bodyPr>
          <a:lstStyle/>
          <a:p>
            <a:pPr algn="l"/>
            <a:r>
              <a:rPr kumimoji="1" lang="en-US" altLang="ja-JP" sz="2400" dirty="0" err="1">
                <a:latin typeface="メイリオ" panose="020B0604030504040204" pitchFamily="50" charset="-128"/>
                <a:ea typeface="メイリオ" panose="020B0604030504040204" pitchFamily="50" charset="-128"/>
              </a:rPr>
              <a:t>x,x</a:t>
            </a:r>
            <a:r>
              <a:rPr kumimoji="1" lang="en-US" altLang="ja-JP" sz="2400" dirty="0">
                <a:latin typeface="メイリオ" panose="020B0604030504040204" pitchFamily="50" charset="-128"/>
                <a:ea typeface="メイリオ" panose="020B0604030504040204" pitchFamily="50" charset="-128"/>
              </a:rPr>
              <a:t>’ : </a:t>
            </a:r>
            <a:r>
              <a:rPr kumimoji="1" lang="en-US" altLang="ja-JP" sz="2400" b="1" dirty="0">
                <a:latin typeface="メイリオ" panose="020B0604030504040204" pitchFamily="50" charset="-128"/>
                <a:ea typeface="メイリオ" panose="020B0604030504040204" pitchFamily="50" charset="-128"/>
              </a:rPr>
              <a:t>offset</a:t>
            </a:r>
            <a:r>
              <a:rPr kumimoji="1" lang="en-US" altLang="ja-JP" sz="2400" dirty="0">
                <a:latin typeface="メイリオ" panose="020B0604030504040204" pitchFamily="50" charset="-128"/>
                <a:ea typeface="メイリオ" panose="020B0604030504040204" pitchFamily="50" charset="-128"/>
              </a:rPr>
              <a:t> (</a:t>
            </a:r>
            <a:r>
              <a:rPr kumimoji="1" lang="ja-JP" altLang="en-US" sz="2400" dirty="0">
                <a:latin typeface="メイリオ" panose="020B0604030504040204" pitchFamily="50" charset="-128"/>
                <a:ea typeface="メイリオ" panose="020B0604030504040204" pitchFamily="50" charset="-128"/>
              </a:rPr>
              <a:t>データがデータベース上の何バイト目にあるか）</a:t>
            </a:r>
            <a:endParaRPr kumimoji="1" lang="en-US" altLang="ja-JP" sz="2400" dirty="0">
              <a:latin typeface="メイリオ" panose="020B0604030504040204" pitchFamily="50" charset="-128"/>
              <a:ea typeface="メイリオ" panose="020B0604030504040204" pitchFamily="50" charset="-128"/>
            </a:endParaRPr>
          </a:p>
          <a:p>
            <a:pPr algn="l"/>
            <a:r>
              <a:rPr lang="en-US" altLang="ja-JP" sz="2400" dirty="0" err="1">
                <a:latin typeface="メイリオ" panose="020B0604030504040204" pitchFamily="50" charset="-128"/>
                <a:ea typeface="メイリオ" panose="020B0604030504040204" pitchFamily="50" charset="-128"/>
              </a:rPr>
              <a:t>y,y</a:t>
            </a:r>
            <a:r>
              <a:rPr lang="en-US" altLang="ja-JP" sz="2400" dirty="0">
                <a:latin typeface="メイリオ" panose="020B0604030504040204" pitchFamily="50" charset="-128"/>
                <a:ea typeface="メイリオ" panose="020B0604030504040204" pitchFamily="50" charset="-128"/>
              </a:rPr>
              <a:t>’  : </a:t>
            </a:r>
            <a:r>
              <a:rPr lang="en-US" altLang="ja-JP" sz="2400" b="1" dirty="0">
                <a:latin typeface="メイリオ" panose="020B0604030504040204" pitchFamily="50" charset="-128"/>
                <a:ea typeface="メイリオ" panose="020B0604030504040204" pitchFamily="50" charset="-128"/>
              </a:rPr>
              <a:t>record length </a:t>
            </a:r>
            <a:r>
              <a:rPr lang="en-US" altLang="ja-JP" sz="2400" dirty="0">
                <a:latin typeface="メイリオ" panose="020B0604030504040204" pitchFamily="50" charset="-128"/>
                <a:ea typeface="メイリオ" panose="020B0604030504040204" pitchFamily="50" charset="-128"/>
              </a:rPr>
              <a:t>(offset</a:t>
            </a:r>
            <a:r>
              <a:rPr lang="ja-JP" altLang="en-US" sz="2400" dirty="0">
                <a:latin typeface="メイリオ" panose="020B0604030504040204" pitchFamily="50" charset="-128"/>
                <a:ea typeface="メイリオ" panose="020B0604030504040204" pitchFamily="50" charset="-128"/>
              </a:rPr>
              <a:t>から何バイト分のデータか）</a:t>
            </a:r>
            <a:endParaRPr kumimoji="1" lang="ja-JP" altLang="en-US" sz="2400"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37342250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53B1637A-06F9-5688-B7D3-077DE4546F5E}"/>
              </a:ext>
            </a:extLst>
          </p:cNvPr>
          <p:cNvSpPr txBox="1"/>
          <p:nvPr/>
        </p:nvSpPr>
        <p:spPr>
          <a:xfrm>
            <a:off x="722376" y="448056"/>
            <a:ext cx="7427611" cy="584775"/>
          </a:xfrm>
          <a:prstGeom prst="rect">
            <a:avLst/>
          </a:prstGeom>
          <a:noFill/>
        </p:spPr>
        <p:txBody>
          <a:bodyPr wrap="none" rtlCol="0">
            <a:spAutoFit/>
          </a:bodyPr>
          <a:lstStyle/>
          <a:p>
            <a:pPr algn="l"/>
            <a:r>
              <a:rPr kumimoji="1" lang="en-US" altLang="ja-JP" sz="3200" dirty="0">
                <a:latin typeface="メイリオ" panose="020B0604030504040204" pitchFamily="50" charset="-128"/>
                <a:ea typeface="メイリオ" panose="020B0604030504040204" pitchFamily="50" charset="-128"/>
              </a:rPr>
              <a:t>Common crawl </a:t>
            </a:r>
            <a:r>
              <a:rPr kumimoji="1" lang="ja-JP" altLang="en-US" sz="3200" dirty="0">
                <a:latin typeface="メイリオ" panose="020B0604030504040204" pitchFamily="50" charset="-128"/>
                <a:ea typeface="メイリオ" panose="020B0604030504040204" pitchFamily="50" charset="-128"/>
              </a:rPr>
              <a:t>は大まかな検索に対応</a:t>
            </a:r>
          </a:p>
        </p:txBody>
      </p:sp>
      <p:sp>
        <p:nvSpPr>
          <p:cNvPr id="3" name="テキスト ボックス 2">
            <a:extLst>
              <a:ext uri="{FF2B5EF4-FFF2-40B4-BE49-F238E27FC236}">
                <a16:creationId xmlns:a16="http://schemas.microsoft.com/office/drawing/2014/main" id="{5EFF8517-BFB4-FF35-ACED-8B37829B6894}"/>
              </a:ext>
            </a:extLst>
          </p:cNvPr>
          <p:cNvSpPr txBox="1"/>
          <p:nvPr/>
        </p:nvSpPr>
        <p:spPr>
          <a:xfrm>
            <a:off x="877824" y="1335024"/>
            <a:ext cx="11220251" cy="830997"/>
          </a:xfrm>
          <a:prstGeom prst="rect">
            <a:avLst/>
          </a:prstGeom>
          <a:noFill/>
        </p:spPr>
        <p:txBody>
          <a:bodyPr wrap="none" rtlCol="0">
            <a:spAutoFit/>
          </a:bodyPr>
          <a:lstStyle/>
          <a:p>
            <a:pPr marL="457200" indent="-457200" algn="l">
              <a:buFont typeface="+mj-lt"/>
              <a:buAutoNum type="arabicPeriod"/>
            </a:pPr>
            <a:r>
              <a:rPr kumimoji="1" lang="ja-JP" altLang="en-US" sz="2400" dirty="0">
                <a:latin typeface="メイリオ" panose="020B0604030504040204" pitchFamily="50" charset="-128"/>
                <a:ea typeface="メイリオ" panose="020B0604030504040204" pitchFamily="50" charset="-128"/>
              </a:rPr>
              <a:t>キーワードのような細かな単位での検索はサーバー負荷が耐えられない</a:t>
            </a:r>
            <a:endParaRPr kumimoji="1" lang="en-US" altLang="ja-JP" sz="2400" dirty="0">
              <a:latin typeface="メイリオ" panose="020B0604030504040204" pitchFamily="50" charset="-128"/>
              <a:ea typeface="メイリオ" panose="020B0604030504040204" pitchFamily="50" charset="-128"/>
            </a:endParaRPr>
          </a:p>
          <a:p>
            <a:pPr marL="457200" indent="-457200">
              <a:buFont typeface="+mj-lt"/>
              <a:buAutoNum type="arabicPeriod"/>
            </a:pPr>
            <a:r>
              <a:rPr lang="ja-JP" altLang="en-US" sz="2400" dirty="0">
                <a:latin typeface="メイリオ" panose="020B0604030504040204" pitchFamily="50" charset="-128"/>
                <a:ea typeface="メイリオ" panose="020B0604030504040204" pitchFamily="50" charset="-128"/>
              </a:rPr>
              <a:t>ドメイン名ベースでおおざっぱな検索</a:t>
            </a:r>
            <a:r>
              <a:rPr lang="en-US" altLang="ja-JP" sz="2400" dirty="0">
                <a:latin typeface="メイリオ" panose="020B0604030504040204" pitchFamily="50" charset="-128"/>
                <a:ea typeface="メイリオ" panose="020B0604030504040204" pitchFamily="50" charset="-128"/>
              </a:rPr>
              <a:t>:offset, record length</a:t>
            </a:r>
            <a:r>
              <a:rPr lang="ja-JP" altLang="en-US" sz="2400" dirty="0">
                <a:latin typeface="メイリオ" panose="020B0604030504040204" pitchFamily="50" charset="-128"/>
                <a:ea typeface="メイリオ" panose="020B0604030504040204" pitchFamily="50" charset="-128"/>
              </a:rPr>
              <a:t>に限定している</a:t>
            </a:r>
            <a:endParaRPr kumimoji="1" lang="ja-JP" altLang="en-US" sz="2400" dirty="0">
              <a:latin typeface="メイリオ" panose="020B0604030504040204" pitchFamily="50" charset="-128"/>
              <a:ea typeface="メイリオ" panose="020B0604030504040204" pitchFamily="50" charset="-128"/>
            </a:endParaRPr>
          </a:p>
        </p:txBody>
      </p:sp>
      <p:sp>
        <p:nvSpPr>
          <p:cNvPr id="4" name="テキスト ボックス 3">
            <a:extLst>
              <a:ext uri="{FF2B5EF4-FFF2-40B4-BE49-F238E27FC236}">
                <a16:creationId xmlns:a16="http://schemas.microsoft.com/office/drawing/2014/main" id="{B93990EB-4F8D-B137-F654-3EB7E239CC56}"/>
              </a:ext>
            </a:extLst>
          </p:cNvPr>
          <p:cNvSpPr txBox="1"/>
          <p:nvPr/>
        </p:nvSpPr>
        <p:spPr>
          <a:xfrm>
            <a:off x="1316737" y="3145536"/>
            <a:ext cx="9244584" cy="830997"/>
          </a:xfrm>
          <a:prstGeom prst="rect">
            <a:avLst/>
          </a:prstGeom>
          <a:noFill/>
        </p:spPr>
        <p:txBody>
          <a:bodyPr wrap="square" rtlCol="0">
            <a:spAutoFit/>
          </a:bodyPr>
          <a:lstStyle/>
          <a:p>
            <a:pPr algn="l"/>
            <a:r>
              <a:rPr kumimoji="1" lang="ja-JP" altLang="en-US" sz="2400" dirty="0">
                <a:latin typeface="メイリオ" panose="020B0604030504040204" pitchFamily="50" charset="-128"/>
                <a:ea typeface="メイリオ" panose="020B0604030504040204" pitchFamily="50" charset="-128"/>
              </a:rPr>
              <a:t>インターネットでは</a:t>
            </a:r>
            <a:r>
              <a:rPr kumimoji="1" lang="en-US" altLang="ja-JP" sz="2400" dirty="0">
                <a:latin typeface="メイリオ" panose="020B0604030504040204" pitchFamily="50" charset="-128"/>
                <a:ea typeface="メイリオ" panose="020B0604030504040204" pitchFamily="50" charset="-128"/>
              </a:rPr>
              <a:t>offset, record length</a:t>
            </a:r>
            <a:r>
              <a:rPr kumimoji="1" lang="ja-JP" altLang="en-US" sz="2400" dirty="0">
                <a:latin typeface="メイリオ" panose="020B0604030504040204" pitchFamily="50" charset="-128"/>
                <a:ea typeface="メイリオ" panose="020B0604030504040204" pitchFamily="50" charset="-128"/>
              </a:rPr>
              <a:t>ベースの検索負荷にも耐えられない！</a:t>
            </a:r>
          </a:p>
        </p:txBody>
      </p:sp>
      <p:sp>
        <p:nvSpPr>
          <p:cNvPr id="5" name="矢印: 下 4">
            <a:extLst>
              <a:ext uri="{FF2B5EF4-FFF2-40B4-BE49-F238E27FC236}">
                <a16:creationId xmlns:a16="http://schemas.microsoft.com/office/drawing/2014/main" id="{39E169B1-3CA3-D824-8573-FA4879FCA323}"/>
              </a:ext>
            </a:extLst>
          </p:cNvPr>
          <p:cNvSpPr/>
          <p:nvPr/>
        </p:nvSpPr>
        <p:spPr>
          <a:xfrm>
            <a:off x="5166360" y="2551176"/>
            <a:ext cx="1627632" cy="47548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テキスト ボックス 5">
            <a:extLst>
              <a:ext uri="{FF2B5EF4-FFF2-40B4-BE49-F238E27FC236}">
                <a16:creationId xmlns:a16="http://schemas.microsoft.com/office/drawing/2014/main" id="{60F9C1B9-CF16-7436-3DA5-9D543C4BA169}"/>
              </a:ext>
            </a:extLst>
          </p:cNvPr>
          <p:cNvSpPr txBox="1"/>
          <p:nvPr/>
        </p:nvSpPr>
        <p:spPr>
          <a:xfrm>
            <a:off x="1481328" y="4171218"/>
            <a:ext cx="6739345" cy="1569660"/>
          </a:xfrm>
          <a:prstGeom prst="rect">
            <a:avLst/>
          </a:prstGeom>
          <a:noFill/>
        </p:spPr>
        <p:txBody>
          <a:bodyPr wrap="none" rtlCol="0">
            <a:spAutoFit/>
          </a:bodyPr>
          <a:lstStyle/>
          <a:p>
            <a:r>
              <a:rPr kumimoji="1" lang="ja-JP" altLang="en-US" sz="2400" dirty="0">
                <a:latin typeface="メイリオ" panose="020B0604030504040204" pitchFamily="50" charset="-128"/>
                <a:ea typeface="メイリオ" panose="020B0604030504040204" pitchFamily="50" charset="-128"/>
              </a:rPr>
              <a:t>ペタ：</a:t>
            </a:r>
            <a:r>
              <a:rPr lang="ja-JP" altLang="en-US" sz="2400" dirty="0">
                <a:latin typeface="メイリオ" panose="020B0604030504040204" pitchFamily="50" charset="-128"/>
                <a:ea typeface="メイリオ" panose="020B0604030504040204" pitchFamily="50" charset="-128"/>
              </a:rPr>
              <a:t> </a:t>
            </a:r>
            <a:r>
              <a:rPr lang="en-US" altLang="ja-JP" sz="2400" dirty="0">
                <a:latin typeface="メイリオ" panose="020B0604030504040204" pitchFamily="50" charset="-128"/>
                <a:ea typeface="メイリオ" panose="020B0604030504040204" pitchFamily="50" charset="-128"/>
              </a:rPr>
              <a:t>1,000,000,000,000,000 = 10</a:t>
            </a:r>
            <a:r>
              <a:rPr lang="ja-JP" altLang="en-US" sz="2400" dirty="0">
                <a:latin typeface="メイリオ" panose="020B0604030504040204" pitchFamily="50" charset="-128"/>
                <a:ea typeface="メイリオ" panose="020B0604030504040204" pitchFamily="50" charset="-128"/>
              </a:rPr>
              <a:t>の</a:t>
            </a:r>
            <a:r>
              <a:rPr lang="en-US" altLang="ja-JP" sz="2400" dirty="0">
                <a:latin typeface="メイリオ" panose="020B0604030504040204" pitchFamily="50" charset="-128"/>
                <a:ea typeface="メイリオ" panose="020B0604030504040204" pitchFamily="50" charset="-128"/>
              </a:rPr>
              <a:t>15</a:t>
            </a:r>
            <a:r>
              <a:rPr lang="ja-JP" altLang="en-US" sz="2400" dirty="0">
                <a:latin typeface="メイリオ" panose="020B0604030504040204" pitchFamily="50" charset="-128"/>
                <a:ea typeface="メイリオ" panose="020B0604030504040204" pitchFamily="50" charset="-128"/>
              </a:rPr>
              <a:t>乗 </a:t>
            </a:r>
          </a:p>
          <a:p>
            <a:r>
              <a:rPr lang="ja-JP" altLang="en-US" sz="2400" dirty="0">
                <a:latin typeface="メイリオ" panose="020B0604030504040204" pitchFamily="50" charset="-128"/>
                <a:ea typeface="メイリオ" panose="020B0604030504040204" pitchFamily="50" charset="-128"/>
              </a:rPr>
              <a:t>   </a:t>
            </a:r>
          </a:p>
          <a:p>
            <a:r>
              <a:rPr lang="ja-JP" altLang="en-US" sz="2400" dirty="0">
                <a:latin typeface="メイリオ" panose="020B0604030504040204" pitchFamily="50" charset="-128"/>
                <a:ea typeface="メイリオ" panose="020B0604030504040204" pitchFamily="50" charset="-128"/>
              </a:rPr>
              <a:t>   </a:t>
            </a:r>
          </a:p>
          <a:p>
            <a:r>
              <a:rPr lang="ja-JP" altLang="en-US" sz="2400" dirty="0">
                <a:latin typeface="メイリオ" panose="020B0604030504040204" pitchFamily="50" charset="-128"/>
                <a:ea typeface="メイリオ" panose="020B0604030504040204" pitchFamily="50" charset="-128"/>
              </a:rPr>
              <a:t> </a:t>
            </a:r>
            <a:endParaRPr kumimoji="1" lang="ja-JP" altLang="en-US" sz="2400" dirty="0">
              <a:latin typeface="メイリオ" panose="020B0604030504040204" pitchFamily="50" charset="-128"/>
              <a:ea typeface="メイリオ" panose="020B0604030504040204" pitchFamily="50" charset="-128"/>
            </a:endParaRPr>
          </a:p>
        </p:txBody>
      </p:sp>
      <p:pic>
        <p:nvPicPr>
          <p:cNvPr id="7" name="図 6">
            <a:extLst>
              <a:ext uri="{FF2B5EF4-FFF2-40B4-BE49-F238E27FC236}">
                <a16:creationId xmlns:a16="http://schemas.microsoft.com/office/drawing/2014/main" id="{896B7924-0D9D-CA59-33EF-E919F3A3C072}"/>
              </a:ext>
            </a:extLst>
          </p:cNvPr>
          <p:cNvPicPr>
            <a:picLocks noChangeAspect="1"/>
          </p:cNvPicPr>
          <p:nvPr/>
        </p:nvPicPr>
        <p:blipFill>
          <a:blip r:embed="rId2"/>
          <a:stretch>
            <a:fillRect/>
          </a:stretch>
        </p:blipFill>
        <p:spPr>
          <a:xfrm>
            <a:off x="6089713" y="3424237"/>
            <a:ext cx="9525" cy="9525"/>
          </a:xfrm>
          <a:prstGeom prst="rect">
            <a:avLst/>
          </a:prstGeom>
        </p:spPr>
      </p:pic>
      <p:pic>
        <p:nvPicPr>
          <p:cNvPr id="8" name="図 7">
            <a:extLst>
              <a:ext uri="{FF2B5EF4-FFF2-40B4-BE49-F238E27FC236}">
                <a16:creationId xmlns:a16="http://schemas.microsoft.com/office/drawing/2014/main" id="{AE221EE4-9845-7CA0-865C-F1E9DFFFBD7E}"/>
              </a:ext>
            </a:extLst>
          </p:cNvPr>
          <p:cNvPicPr>
            <a:picLocks noChangeAspect="1"/>
          </p:cNvPicPr>
          <p:nvPr/>
        </p:nvPicPr>
        <p:blipFill>
          <a:blip r:embed="rId2"/>
          <a:stretch>
            <a:fillRect/>
          </a:stretch>
        </p:blipFill>
        <p:spPr>
          <a:xfrm>
            <a:off x="6239713" y="3574237"/>
            <a:ext cx="9525" cy="9525"/>
          </a:xfrm>
          <a:prstGeom prst="rect">
            <a:avLst/>
          </a:prstGeom>
        </p:spPr>
      </p:pic>
      <p:pic>
        <p:nvPicPr>
          <p:cNvPr id="9" name="図 8">
            <a:extLst>
              <a:ext uri="{FF2B5EF4-FFF2-40B4-BE49-F238E27FC236}">
                <a16:creationId xmlns:a16="http://schemas.microsoft.com/office/drawing/2014/main" id="{A619DA26-C322-EA9E-634B-6D70E0FE2BE3}"/>
              </a:ext>
            </a:extLst>
          </p:cNvPr>
          <p:cNvPicPr>
            <a:picLocks noChangeAspect="1"/>
          </p:cNvPicPr>
          <p:nvPr/>
        </p:nvPicPr>
        <p:blipFill>
          <a:blip r:embed="rId2"/>
          <a:stretch>
            <a:fillRect/>
          </a:stretch>
        </p:blipFill>
        <p:spPr>
          <a:xfrm>
            <a:off x="6389713" y="3724237"/>
            <a:ext cx="9525" cy="9525"/>
          </a:xfrm>
          <a:prstGeom prst="rect">
            <a:avLst/>
          </a:prstGeom>
        </p:spPr>
      </p:pic>
      <p:pic>
        <p:nvPicPr>
          <p:cNvPr id="10" name="図 9">
            <a:extLst>
              <a:ext uri="{FF2B5EF4-FFF2-40B4-BE49-F238E27FC236}">
                <a16:creationId xmlns:a16="http://schemas.microsoft.com/office/drawing/2014/main" id="{0F01B455-61E2-04DC-A496-4303FD62161D}"/>
              </a:ext>
            </a:extLst>
          </p:cNvPr>
          <p:cNvPicPr>
            <a:picLocks noChangeAspect="1"/>
          </p:cNvPicPr>
          <p:nvPr/>
        </p:nvPicPr>
        <p:blipFill>
          <a:blip r:embed="rId2"/>
          <a:stretch>
            <a:fillRect/>
          </a:stretch>
        </p:blipFill>
        <p:spPr>
          <a:xfrm>
            <a:off x="6539713" y="3874237"/>
            <a:ext cx="9525" cy="9525"/>
          </a:xfrm>
          <a:prstGeom prst="rect">
            <a:avLst/>
          </a:prstGeom>
        </p:spPr>
      </p:pic>
      <p:pic>
        <p:nvPicPr>
          <p:cNvPr id="11" name="図 10">
            <a:extLst>
              <a:ext uri="{FF2B5EF4-FFF2-40B4-BE49-F238E27FC236}">
                <a16:creationId xmlns:a16="http://schemas.microsoft.com/office/drawing/2014/main" id="{59C05EDA-F886-D8A2-DA8E-6A083AA12AD0}"/>
              </a:ext>
            </a:extLst>
          </p:cNvPr>
          <p:cNvPicPr>
            <a:picLocks noChangeAspect="1"/>
          </p:cNvPicPr>
          <p:nvPr/>
        </p:nvPicPr>
        <p:blipFill>
          <a:blip r:embed="rId2"/>
          <a:stretch>
            <a:fillRect/>
          </a:stretch>
        </p:blipFill>
        <p:spPr>
          <a:xfrm>
            <a:off x="6689713" y="4024237"/>
            <a:ext cx="9525" cy="9525"/>
          </a:xfrm>
          <a:prstGeom prst="rect">
            <a:avLst/>
          </a:prstGeom>
        </p:spPr>
      </p:pic>
      <p:pic>
        <p:nvPicPr>
          <p:cNvPr id="12" name="図 11">
            <a:extLst>
              <a:ext uri="{FF2B5EF4-FFF2-40B4-BE49-F238E27FC236}">
                <a16:creationId xmlns:a16="http://schemas.microsoft.com/office/drawing/2014/main" id="{50F26A41-A20B-2BD5-26E6-ABBF2C17688D}"/>
              </a:ext>
            </a:extLst>
          </p:cNvPr>
          <p:cNvPicPr>
            <a:picLocks noChangeAspect="1"/>
          </p:cNvPicPr>
          <p:nvPr/>
        </p:nvPicPr>
        <p:blipFill>
          <a:blip r:embed="rId2"/>
          <a:stretch>
            <a:fillRect/>
          </a:stretch>
        </p:blipFill>
        <p:spPr>
          <a:xfrm>
            <a:off x="6839713" y="4174237"/>
            <a:ext cx="9525" cy="9525"/>
          </a:xfrm>
          <a:prstGeom prst="rect">
            <a:avLst/>
          </a:prstGeom>
        </p:spPr>
      </p:pic>
      <p:pic>
        <p:nvPicPr>
          <p:cNvPr id="13" name="図 12">
            <a:extLst>
              <a:ext uri="{FF2B5EF4-FFF2-40B4-BE49-F238E27FC236}">
                <a16:creationId xmlns:a16="http://schemas.microsoft.com/office/drawing/2014/main" id="{8043DD25-ED61-584C-130A-35D5841B31FD}"/>
              </a:ext>
            </a:extLst>
          </p:cNvPr>
          <p:cNvPicPr>
            <a:picLocks noChangeAspect="1"/>
          </p:cNvPicPr>
          <p:nvPr/>
        </p:nvPicPr>
        <p:blipFill>
          <a:blip r:embed="rId2"/>
          <a:stretch>
            <a:fillRect/>
          </a:stretch>
        </p:blipFill>
        <p:spPr>
          <a:xfrm>
            <a:off x="6989713" y="4324237"/>
            <a:ext cx="9525" cy="9525"/>
          </a:xfrm>
          <a:prstGeom prst="rect">
            <a:avLst/>
          </a:prstGeom>
        </p:spPr>
      </p:pic>
      <p:pic>
        <p:nvPicPr>
          <p:cNvPr id="14" name="図 13">
            <a:extLst>
              <a:ext uri="{FF2B5EF4-FFF2-40B4-BE49-F238E27FC236}">
                <a16:creationId xmlns:a16="http://schemas.microsoft.com/office/drawing/2014/main" id="{BD75B7DF-69F9-998D-870D-474EB16F8B3D}"/>
              </a:ext>
            </a:extLst>
          </p:cNvPr>
          <p:cNvPicPr>
            <a:picLocks noChangeAspect="1"/>
          </p:cNvPicPr>
          <p:nvPr/>
        </p:nvPicPr>
        <p:blipFill>
          <a:blip r:embed="rId2"/>
          <a:stretch>
            <a:fillRect/>
          </a:stretch>
        </p:blipFill>
        <p:spPr>
          <a:xfrm>
            <a:off x="7139713" y="4474237"/>
            <a:ext cx="9525" cy="9525"/>
          </a:xfrm>
          <a:prstGeom prst="rect">
            <a:avLst/>
          </a:prstGeom>
        </p:spPr>
      </p:pic>
      <p:pic>
        <p:nvPicPr>
          <p:cNvPr id="15" name="図 14">
            <a:extLst>
              <a:ext uri="{FF2B5EF4-FFF2-40B4-BE49-F238E27FC236}">
                <a16:creationId xmlns:a16="http://schemas.microsoft.com/office/drawing/2014/main" id="{A3558A23-7FF5-781B-D307-F8590B32728A}"/>
              </a:ext>
            </a:extLst>
          </p:cNvPr>
          <p:cNvPicPr>
            <a:picLocks noChangeAspect="1"/>
          </p:cNvPicPr>
          <p:nvPr/>
        </p:nvPicPr>
        <p:blipFill>
          <a:blip r:embed="rId2"/>
          <a:stretch>
            <a:fillRect/>
          </a:stretch>
        </p:blipFill>
        <p:spPr>
          <a:xfrm>
            <a:off x="7289713" y="4624237"/>
            <a:ext cx="9525" cy="9525"/>
          </a:xfrm>
          <a:prstGeom prst="rect">
            <a:avLst/>
          </a:prstGeom>
        </p:spPr>
      </p:pic>
      <p:pic>
        <p:nvPicPr>
          <p:cNvPr id="16" name="図 15">
            <a:extLst>
              <a:ext uri="{FF2B5EF4-FFF2-40B4-BE49-F238E27FC236}">
                <a16:creationId xmlns:a16="http://schemas.microsoft.com/office/drawing/2014/main" id="{B233710E-B2BB-3486-234B-5E9C65BAD0A6}"/>
              </a:ext>
            </a:extLst>
          </p:cNvPr>
          <p:cNvPicPr>
            <a:picLocks noChangeAspect="1"/>
          </p:cNvPicPr>
          <p:nvPr/>
        </p:nvPicPr>
        <p:blipFill>
          <a:blip r:embed="rId2"/>
          <a:stretch>
            <a:fillRect/>
          </a:stretch>
        </p:blipFill>
        <p:spPr>
          <a:xfrm>
            <a:off x="7439713" y="4774237"/>
            <a:ext cx="9525" cy="9525"/>
          </a:xfrm>
          <a:prstGeom prst="rect">
            <a:avLst/>
          </a:prstGeom>
        </p:spPr>
      </p:pic>
      <p:pic>
        <p:nvPicPr>
          <p:cNvPr id="17" name="図 16">
            <a:extLst>
              <a:ext uri="{FF2B5EF4-FFF2-40B4-BE49-F238E27FC236}">
                <a16:creationId xmlns:a16="http://schemas.microsoft.com/office/drawing/2014/main" id="{7A19FB0A-CBAB-A7AC-D57B-7F4DACA2A877}"/>
              </a:ext>
            </a:extLst>
          </p:cNvPr>
          <p:cNvPicPr>
            <a:picLocks noChangeAspect="1"/>
          </p:cNvPicPr>
          <p:nvPr/>
        </p:nvPicPr>
        <p:blipFill>
          <a:blip r:embed="rId2"/>
          <a:stretch>
            <a:fillRect/>
          </a:stretch>
        </p:blipFill>
        <p:spPr>
          <a:xfrm>
            <a:off x="7589713" y="4924237"/>
            <a:ext cx="9525" cy="9525"/>
          </a:xfrm>
          <a:prstGeom prst="rect">
            <a:avLst/>
          </a:prstGeom>
        </p:spPr>
      </p:pic>
      <p:pic>
        <p:nvPicPr>
          <p:cNvPr id="18" name="図 17">
            <a:extLst>
              <a:ext uri="{FF2B5EF4-FFF2-40B4-BE49-F238E27FC236}">
                <a16:creationId xmlns:a16="http://schemas.microsoft.com/office/drawing/2014/main" id="{A99865D7-4175-361B-76C8-5518489AD175}"/>
              </a:ext>
            </a:extLst>
          </p:cNvPr>
          <p:cNvPicPr>
            <a:picLocks noChangeAspect="1"/>
          </p:cNvPicPr>
          <p:nvPr/>
        </p:nvPicPr>
        <p:blipFill>
          <a:blip r:embed="rId2"/>
          <a:stretch>
            <a:fillRect/>
          </a:stretch>
        </p:blipFill>
        <p:spPr>
          <a:xfrm>
            <a:off x="6089713" y="3424237"/>
            <a:ext cx="9525" cy="9525"/>
          </a:xfrm>
          <a:prstGeom prst="rect">
            <a:avLst/>
          </a:prstGeom>
        </p:spPr>
      </p:pic>
      <p:pic>
        <p:nvPicPr>
          <p:cNvPr id="19" name="図 18">
            <a:extLst>
              <a:ext uri="{FF2B5EF4-FFF2-40B4-BE49-F238E27FC236}">
                <a16:creationId xmlns:a16="http://schemas.microsoft.com/office/drawing/2014/main" id="{208B4536-EFF1-2810-8C64-3209D0D95678}"/>
              </a:ext>
            </a:extLst>
          </p:cNvPr>
          <p:cNvPicPr>
            <a:picLocks noChangeAspect="1"/>
          </p:cNvPicPr>
          <p:nvPr/>
        </p:nvPicPr>
        <p:blipFill>
          <a:blip r:embed="rId2"/>
          <a:stretch>
            <a:fillRect/>
          </a:stretch>
        </p:blipFill>
        <p:spPr>
          <a:xfrm>
            <a:off x="6239713" y="3574237"/>
            <a:ext cx="9525" cy="9525"/>
          </a:xfrm>
          <a:prstGeom prst="rect">
            <a:avLst/>
          </a:prstGeom>
        </p:spPr>
      </p:pic>
      <p:pic>
        <p:nvPicPr>
          <p:cNvPr id="20" name="図 19">
            <a:extLst>
              <a:ext uri="{FF2B5EF4-FFF2-40B4-BE49-F238E27FC236}">
                <a16:creationId xmlns:a16="http://schemas.microsoft.com/office/drawing/2014/main" id="{109A968A-735D-CD14-1E5D-1C3082F0C0C8}"/>
              </a:ext>
            </a:extLst>
          </p:cNvPr>
          <p:cNvPicPr>
            <a:picLocks noChangeAspect="1"/>
          </p:cNvPicPr>
          <p:nvPr/>
        </p:nvPicPr>
        <p:blipFill>
          <a:blip r:embed="rId2"/>
          <a:stretch>
            <a:fillRect/>
          </a:stretch>
        </p:blipFill>
        <p:spPr>
          <a:xfrm>
            <a:off x="6389713" y="3724237"/>
            <a:ext cx="9525" cy="9525"/>
          </a:xfrm>
          <a:prstGeom prst="rect">
            <a:avLst/>
          </a:prstGeom>
        </p:spPr>
      </p:pic>
      <p:pic>
        <p:nvPicPr>
          <p:cNvPr id="21" name="図 20">
            <a:extLst>
              <a:ext uri="{FF2B5EF4-FFF2-40B4-BE49-F238E27FC236}">
                <a16:creationId xmlns:a16="http://schemas.microsoft.com/office/drawing/2014/main" id="{BA5D126F-577C-C90E-5E2C-1FA28F39F48A}"/>
              </a:ext>
            </a:extLst>
          </p:cNvPr>
          <p:cNvPicPr>
            <a:picLocks noChangeAspect="1"/>
          </p:cNvPicPr>
          <p:nvPr/>
        </p:nvPicPr>
        <p:blipFill>
          <a:blip r:embed="rId2"/>
          <a:stretch>
            <a:fillRect/>
          </a:stretch>
        </p:blipFill>
        <p:spPr>
          <a:xfrm>
            <a:off x="6539713" y="3874237"/>
            <a:ext cx="9525" cy="9525"/>
          </a:xfrm>
          <a:prstGeom prst="rect">
            <a:avLst/>
          </a:prstGeom>
        </p:spPr>
      </p:pic>
      <p:pic>
        <p:nvPicPr>
          <p:cNvPr id="22" name="図 21">
            <a:extLst>
              <a:ext uri="{FF2B5EF4-FFF2-40B4-BE49-F238E27FC236}">
                <a16:creationId xmlns:a16="http://schemas.microsoft.com/office/drawing/2014/main" id="{C4112C2F-75BD-3B0F-610D-3FB55F2C6722}"/>
              </a:ext>
            </a:extLst>
          </p:cNvPr>
          <p:cNvPicPr>
            <a:picLocks noChangeAspect="1"/>
          </p:cNvPicPr>
          <p:nvPr/>
        </p:nvPicPr>
        <p:blipFill>
          <a:blip r:embed="rId2"/>
          <a:stretch>
            <a:fillRect/>
          </a:stretch>
        </p:blipFill>
        <p:spPr>
          <a:xfrm>
            <a:off x="6689713" y="4024237"/>
            <a:ext cx="9525" cy="9525"/>
          </a:xfrm>
          <a:prstGeom prst="rect">
            <a:avLst/>
          </a:prstGeom>
        </p:spPr>
      </p:pic>
      <p:pic>
        <p:nvPicPr>
          <p:cNvPr id="23" name="図 22">
            <a:extLst>
              <a:ext uri="{FF2B5EF4-FFF2-40B4-BE49-F238E27FC236}">
                <a16:creationId xmlns:a16="http://schemas.microsoft.com/office/drawing/2014/main" id="{95E53373-C7C0-6DC6-F059-6CD6BF4D2331}"/>
              </a:ext>
            </a:extLst>
          </p:cNvPr>
          <p:cNvPicPr>
            <a:picLocks noChangeAspect="1"/>
          </p:cNvPicPr>
          <p:nvPr/>
        </p:nvPicPr>
        <p:blipFill>
          <a:blip r:embed="rId2"/>
          <a:stretch>
            <a:fillRect/>
          </a:stretch>
        </p:blipFill>
        <p:spPr>
          <a:xfrm>
            <a:off x="6839713" y="4174237"/>
            <a:ext cx="9525" cy="9525"/>
          </a:xfrm>
          <a:prstGeom prst="rect">
            <a:avLst/>
          </a:prstGeom>
        </p:spPr>
      </p:pic>
      <p:pic>
        <p:nvPicPr>
          <p:cNvPr id="24" name="図 23">
            <a:extLst>
              <a:ext uri="{FF2B5EF4-FFF2-40B4-BE49-F238E27FC236}">
                <a16:creationId xmlns:a16="http://schemas.microsoft.com/office/drawing/2014/main" id="{810D24B0-32A5-2B9C-8AFF-C73D55690015}"/>
              </a:ext>
            </a:extLst>
          </p:cNvPr>
          <p:cNvPicPr>
            <a:picLocks noChangeAspect="1"/>
          </p:cNvPicPr>
          <p:nvPr/>
        </p:nvPicPr>
        <p:blipFill>
          <a:blip r:embed="rId2"/>
          <a:stretch>
            <a:fillRect/>
          </a:stretch>
        </p:blipFill>
        <p:spPr>
          <a:xfrm>
            <a:off x="6989713" y="4324237"/>
            <a:ext cx="9525" cy="9525"/>
          </a:xfrm>
          <a:prstGeom prst="rect">
            <a:avLst/>
          </a:prstGeom>
        </p:spPr>
      </p:pic>
      <p:pic>
        <p:nvPicPr>
          <p:cNvPr id="25" name="図 24">
            <a:extLst>
              <a:ext uri="{FF2B5EF4-FFF2-40B4-BE49-F238E27FC236}">
                <a16:creationId xmlns:a16="http://schemas.microsoft.com/office/drawing/2014/main" id="{03AA2587-22DC-3D66-E48A-FF3595002128}"/>
              </a:ext>
            </a:extLst>
          </p:cNvPr>
          <p:cNvPicPr>
            <a:picLocks noChangeAspect="1"/>
          </p:cNvPicPr>
          <p:nvPr/>
        </p:nvPicPr>
        <p:blipFill>
          <a:blip r:embed="rId2"/>
          <a:stretch>
            <a:fillRect/>
          </a:stretch>
        </p:blipFill>
        <p:spPr>
          <a:xfrm>
            <a:off x="7139713" y="4474237"/>
            <a:ext cx="9525" cy="9525"/>
          </a:xfrm>
          <a:prstGeom prst="rect">
            <a:avLst/>
          </a:prstGeom>
        </p:spPr>
      </p:pic>
      <p:pic>
        <p:nvPicPr>
          <p:cNvPr id="26" name="図 25">
            <a:extLst>
              <a:ext uri="{FF2B5EF4-FFF2-40B4-BE49-F238E27FC236}">
                <a16:creationId xmlns:a16="http://schemas.microsoft.com/office/drawing/2014/main" id="{18BA0CCB-A8E4-9046-0DB3-357E968F78AD}"/>
              </a:ext>
            </a:extLst>
          </p:cNvPr>
          <p:cNvPicPr>
            <a:picLocks noChangeAspect="1"/>
          </p:cNvPicPr>
          <p:nvPr/>
        </p:nvPicPr>
        <p:blipFill>
          <a:blip r:embed="rId2"/>
          <a:stretch>
            <a:fillRect/>
          </a:stretch>
        </p:blipFill>
        <p:spPr>
          <a:xfrm>
            <a:off x="7289713" y="4624237"/>
            <a:ext cx="9525" cy="9525"/>
          </a:xfrm>
          <a:prstGeom prst="rect">
            <a:avLst/>
          </a:prstGeom>
        </p:spPr>
      </p:pic>
      <p:pic>
        <p:nvPicPr>
          <p:cNvPr id="27" name="図 26">
            <a:extLst>
              <a:ext uri="{FF2B5EF4-FFF2-40B4-BE49-F238E27FC236}">
                <a16:creationId xmlns:a16="http://schemas.microsoft.com/office/drawing/2014/main" id="{E8AE37FA-F66E-1B4C-12D0-E9E3B423F826}"/>
              </a:ext>
            </a:extLst>
          </p:cNvPr>
          <p:cNvPicPr>
            <a:picLocks noChangeAspect="1"/>
          </p:cNvPicPr>
          <p:nvPr/>
        </p:nvPicPr>
        <p:blipFill>
          <a:blip r:embed="rId2"/>
          <a:stretch>
            <a:fillRect/>
          </a:stretch>
        </p:blipFill>
        <p:spPr>
          <a:xfrm>
            <a:off x="7439713" y="4774237"/>
            <a:ext cx="9525" cy="9525"/>
          </a:xfrm>
          <a:prstGeom prst="rect">
            <a:avLst/>
          </a:prstGeom>
        </p:spPr>
      </p:pic>
      <p:pic>
        <p:nvPicPr>
          <p:cNvPr id="28" name="図 27">
            <a:extLst>
              <a:ext uri="{FF2B5EF4-FFF2-40B4-BE49-F238E27FC236}">
                <a16:creationId xmlns:a16="http://schemas.microsoft.com/office/drawing/2014/main" id="{D1EAEF4E-A1FB-7378-62F2-26FEA2D88066}"/>
              </a:ext>
            </a:extLst>
          </p:cNvPr>
          <p:cNvPicPr>
            <a:picLocks noChangeAspect="1"/>
          </p:cNvPicPr>
          <p:nvPr/>
        </p:nvPicPr>
        <p:blipFill>
          <a:blip r:embed="rId2"/>
          <a:stretch>
            <a:fillRect/>
          </a:stretch>
        </p:blipFill>
        <p:spPr>
          <a:xfrm>
            <a:off x="7589713" y="4924237"/>
            <a:ext cx="9525" cy="9525"/>
          </a:xfrm>
          <a:prstGeom prst="rect">
            <a:avLst/>
          </a:prstGeom>
        </p:spPr>
      </p:pic>
      <p:pic>
        <p:nvPicPr>
          <p:cNvPr id="29" name="図 28">
            <a:extLst>
              <a:ext uri="{FF2B5EF4-FFF2-40B4-BE49-F238E27FC236}">
                <a16:creationId xmlns:a16="http://schemas.microsoft.com/office/drawing/2014/main" id="{9703DEFB-38AA-6AB9-AA11-B9961C6EA722}"/>
              </a:ext>
            </a:extLst>
          </p:cNvPr>
          <p:cNvPicPr>
            <a:picLocks noChangeAspect="1"/>
          </p:cNvPicPr>
          <p:nvPr/>
        </p:nvPicPr>
        <p:blipFill>
          <a:blip r:embed="rId2"/>
          <a:stretch>
            <a:fillRect/>
          </a:stretch>
        </p:blipFill>
        <p:spPr>
          <a:xfrm>
            <a:off x="6089713" y="3424237"/>
            <a:ext cx="9525" cy="9525"/>
          </a:xfrm>
          <a:prstGeom prst="rect">
            <a:avLst/>
          </a:prstGeom>
        </p:spPr>
      </p:pic>
      <p:pic>
        <p:nvPicPr>
          <p:cNvPr id="30" name="図 29">
            <a:extLst>
              <a:ext uri="{FF2B5EF4-FFF2-40B4-BE49-F238E27FC236}">
                <a16:creationId xmlns:a16="http://schemas.microsoft.com/office/drawing/2014/main" id="{7C94552A-9603-E24C-081B-61D94B859C9A}"/>
              </a:ext>
            </a:extLst>
          </p:cNvPr>
          <p:cNvPicPr>
            <a:picLocks noChangeAspect="1"/>
          </p:cNvPicPr>
          <p:nvPr/>
        </p:nvPicPr>
        <p:blipFill>
          <a:blip r:embed="rId2"/>
          <a:stretch>
            <a:fillRect/>
          </a:stretch>
        </p:blipFill>
        <p:spPr>
          <a:xfrm>
            <a:off x="6239713" y="3574237"/>
            <a:ext cx="9525" cy="9525"/>
          </a:xfrm>
          <a:prstGeom prst="rect">
            <a:avLst/>
          </a:prstGeom>
        </p:spPr>
      </p:pic>
      <p:pic>
        <p:nvPicPr>
          <p:cNvPr id="31" name="図 30">
            <a:extLst>
              <a:ext uri="{FF2B5EF4-FFF2-40B4-BE49-F238E27FC236}">
                <a16:creationId xmlns:a16="http://schemas.microsoft.com/office/drawing/2014/main" id="{2361CCAF-0CCA-344B-79C1-0050EADE6AF2}"/>
              </a:ext>
            </a:extLst>
          </p:cNvPr>
          <p:cNvPicPr>
            <a:picLocks noChangeAspect="1"/>
          </p:cNvPicPr>
          <p:nvPr/>
        </p:nvPicPr>
        <p:blipFill>
          <a:blip r:embed="rId2"/>
          <a:stretch>
            <a:fillRect/>
          </a:stretch>
        </p:blipFill>
        <p:spPr>
          <a:xfrm>
            <a:off x="6389713" y="3724237"/>
            <a:ext cx="9525" cy="9525"/>
          </a:xfrm>
          <a:prstGeom prst="rect">
            <a:avLst/>
          </a:prstGeom>
        </p:spPr>
      </p:pic>
      <p:pic>
        <p:nvPicPr>
          <p:cNvPr id="32" name="図 31">
            <a:extLst>
              <a:ext uri="{FF2B5EF4-FFF2-40B4-BE49-F238E27FC236}">
                <a16:creationId xmlns:a16="http://schemas.microsoft.com/office/drawing/2014/main" id="{9B0ECF27-7155-BB4D-7CCD-0B685CE2F2D5}"/>
              </a:ext>
            </a:extLst>
          </p:cNvPr>
          <p:cNvPicPr>
            <a:picLocks noChangeAspect="1"/>
          </p:cNvPicPr>
          <p:nvPr/>
        </p:nvPicPr>
        <p:blipFill>
          <a:blip r:embed="rId2"/>
          <a:stretch>
            <a:fillRect/>
          </a:stretch>
        </p:blipFill>
        <p:spPr>
          <a:xfrm>
            <a:off x="6539713" y="3874237"/>
            <a:ext cx="9525" cy="9525"/>
          </a:xfrm>
          <a:prstGeom prst="rect">
            <a:avLst/>
          </a:prstGeom>
        </p:spPr>
      </p:pic>
      <p:pic>
        <p:nvPicPr>
          <p:cNvPr id="33" name="図 32">
            <a:extLst>
              <a:ext uri="{FF2B5EF4-FFF2-40B4-BE49-F238E27FC236}">
                <a16:creationId xmlns:a16="http://schemas.microsoft.com/office/drawing/2014/main" id="{60C707E3-7F2B-2172-E688-CC7AE2FEFF9A}"/>
              </a:ext>
            </a:extLst>
          </p:cNvPr>
          <p:cNvPicPr>
            <a:picLocks noChangeAspect="1"/>
          </p:cNvPicPr>
          <p:nvPr/>
        </p:nvPicPr>
        <p:blipFill>
          <a:blip r:embed="rId2"/>
          <a:stretch>
            <a:fillRect/>
          </a:stretch>
        </p:blipFill>
        <p:spPr>
          <a:xfrm>
            <a:off x="6689713" y="4024237"/>
            <a:ext cx="9525" cy="9525"/>
          </a:xfrm>
          <a:prstGeom prst="rect">
            <a:avLst/>
          </a:prstGeom>
        </p:spPr>
      </p:pic>
      <p:pic>
        <p:nvPicPr>
          <p:cNvPr id="34" name="図 33">
            <a:extLst>
              <a:ext uri="{FF2B5EF4-FFF2-40B4-BE49-F238E27FC236}">
                <a16:creationId xmlns:a16="http://schemas.microsoft.com/office/drawing/2014/main" id="{71F5356F-824F-B31B-96E9-726CF55FCEB5}"/>
              </a:ext>
            </a:extLst>
          </p:cNvPr>
          <p:cNvPicPr>
            <a:picLocks noChangeAspect="1"/>
          </p:cNvPicPr>
          <p:nvPr/>
        </p:nvPicPr>
        <p:blipFill>
          <a:blip r:embed="rId2"/>
          <a:stretch>
            <a:fillRect/>
          </a:stretch>
        </p:blipFill>
        <p:spPr>
          <a:xfrm>
            <a:off x="6839713" y="4174237"/>
            <a:ext cx="9525" cy="9525"/>
          </a:xfrm>
          <a:prstGeom prst="rect">
            <a:avLst/>
          </a:prstGeom>
        </p:spPr>
      </p:pic>
      <p:pic>
        <p:nvPicPr>
          <p:cNvPr id="35" name="図 34">
            <a:extLst>
              <a:ext uri="{FF2B5EF4-FFF2-40B4-BE49-F238E27FC236}">
                <a16:creationId xmlns:a16="http://schemas.microsoft.com/office/drawing/2014/main" id="{044E53F5-BC5A-EF0E-2B7E-4C437787A9F4}"/>
              </a:ext>
            </a:extLst>
          </p:cNvPr>
          <p:cNvPicPr>
            <a:picLocks noChangeAspect="1"/>
          </p:cNvPicPr>
          <p:nvPr/>
        </p:nvPicPr>
        <p:blipFill>
          <a:blip r:embed="rId2"/>
          <a:stretch>
            <a:fillRect/>
          </a:stretch>
        </p:blipFill>
        <p:spPr>
          <a:xfrm>
            <a:off x="6989713" y="4324237"/>
            <a:ext cx="9525" cy="9525"/>
          </a:xfrm>
          <a:prstGeom prst="rect">
            <a:avLst/>
          </a:prstGeom>
        </p:spPr>
      </p:pic>
      <p:pic>
        <p:nvPicPr>
          <p:cNvPr id="36" name="図 35">
            <a:extLst>
              <a:ext uri="{FF2B5EF4-FFF2-40B4-BE49-F238E27FC236}">
                <a16:creationId xmlns:a16="http://schemas.microsoft.com/office/drawing/2014/main" id="{3B80EF99-5FC6-FF37-6D0D-AAC5933F96FC}"/>
              </a:ext>
            </a:extLst>
          </p:cNvPr>
          <p:cNvPicPr>
            <a:picLocks noChangeAspect="1"/>
          </p:cNvPicPr>
          <p:nvPr/>
        </p:nvPicPr>
        <p:blipFill>
          <a:blip r:embed="rId2"/>
          <a:stretch>
            <a:fillRect/>
          </a:stretch>
        </p:blipFill>
        <p:spPr>
          <a:xfrm>
            <a:off x="7139713" y="4474237"/>
            <a:ext cx="9525" cy="9525"/>
          </a:xfrm>
          <a:prstGeom prst="rect">
            <a:avLst/>
          </a:prstGeom>
        </p:spPr>
      </p:pic>
      <p:pic>
        <p:nvPicPr>
          <p:cNvPr id="37" name="図 36">
            <a:extLst>
              <a:ext uri="{FF2B5EF4-FFF2-40B4-BE49-F238E27FC236}">
                <a16:creationId xmlns:a16="http://schemas.microsoft.com/office/drawing/2014/main" id="{D6728018-DB0D-600F-B042-1945806597C8}"/>
              </a:ext>
            </a:extLst>
          </p:cNvPr>
          <p:cNvPicPr>
            <a:picLocks noChangeAspect="1"/>
          </p:cNvPicPr>
          <p:nvPr/>
        </p:nvPicPr>
        <p:blipFill>
          <a:blip r:embed="rId2"/>
          <a:stretch>
            <a:fillRect/>
          </a:stretch>
        </p:blipFill>
        <p:spPr>
          <a:xfrm>
            <a:off x="7289713" y="4624237"/>
            <a:ext cx="9525" cy="9525"/>
          </a:xfrm>
          <a:prstGeom prst="rect">
            <a:avLst/>
          </a:prstGeom>
        </p:spPr>
      </p:pic>
      <p:pic>
        <p:nvPicPr>
          <p:cNvPr id="38" name="図 37">
            <a:extLst>
              <a:ext uri="{FF2B5EF4-FFF2-40B4-BE49-F238E27FC236}">
                <a16:creationId xmlns:a16="http://schemas.microsoft.com/office/drawing/2014/main" id="{9F93B34E-8322-6FEE-4BCA-E4E8E556B8D3}"/>
              </a:ext>
            </a:extLst>
          </p:cNvPr>
          <p:cNvPicPr>
            <a:picLocks noChangeAspect="1"/>
          </p:cNvPicPr>
          <p:nvPr/>
        </p:nvPicPr>
        <p:blipFill>
          <a:blip r:embed="rId2"/>
          <a:stretch>
            <a:fillRect/>
          </a:stretch>
        </p:blipFill>
        <p:spPr>
          <a:xfrm>
            <a:off x="7439713" y="4774237"/>
            <a:ext cx="9525" cy="9525"/>
          </a:xfrm>
          <a:prstGeom prst="rect">
            <a:avLst/>
          </a:prstGeom>
        </p:spPr>
      </p:pic>
      <p:pic>
        <p:nvPicPr>
          <p:cNvPr id="39" name="図 38">
            <a:extLst>
              <a:ext uri="{FF2B5EF4-FFF2-40B4-BE49-F238E27FC236}">
                <a16:creationId xmlns:a16="http://schemas.microsoft.com/office/drawing/2014/main" id="{3E173463-1F60-0831-04BB-FB5E3CE1D574}"/>
              </a:ext>
            </a:extLst>
          </p:cNvPr>
          <p:cNvPicPr>
            <a:picLocks noChangeAspect="1"/>
          </p:cNvPicPr>
          <p:nvPr/>
        </p:nvPicPr>
        <p:blipFill>
          <a:blip r:embed="rId2"/>
          <a:stretch>
            <a:fillRect/>
          </a:stretch>
        </p:blipFill>
        <p:spPr>
          <a:xfrm>
            <a:off x="7589713" y="4924237"/>
            <a:ext cx="9525" cy="9525"/>
          </a:xfrm>
          <a:prstGeom prst="rect">
            <a:avLst/>
          </a:prstGeom>
        </p:spPr>
      </p:pic>
    </p:spTree>
    <p:extLst>
      <p:ext uri="{BB962C8B-B14F-4D97-AF65-F5344CB8AC3E}">
        <p14:creationId xmlns:p14="http://schemas.microsoft.com/office/powerpoint/2010/main" val="113199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7751481C-3F66-8F2E-BBFB-87380002D024}"/>
              </a:ext>
            </a:extLst>
          </p:cNvPr>
          <p:cNvSpPr txBox="1"/>
          <p:nvPr/>
        </p:nvSpPr>
        <p:spPr>
          <a:xfrm>
            <a:off x="795528" y="429768"/>
            <a:ext cx="10002675" cy="584775"/>
          </a:xfrm>
          <a:prstGeom prst="rect">
            <a:avLst/>
          </a:prstGeom>
          <a:noFill/>
        </p:spPr>
        <p:txBody>
          <a:bodyPr wrap="none" rtlCol="0">
            <a:spAutoFit/>
          </a:bodyPr>
          <a:lstStyle/>
          <a:p>
            <a:pPr algn="l"/>
            <a:r>
              <a:rPr kumimoji="1" lang="ja-JP" altLang="en-US" sz="3200" dirty="0">
                <a:latin typeface="メイリオ" panose="020B0604030504040204" pitchFamily="50" charset="-128"/>
                <a:ea typeface="メイリオ" panose="020B0604030504040204" pitchFamily="50" charset="-128"/>
              </a:rPr>
              <a:t>ネットを経由せずに</a:t>
            </a:r>
            <a:r>
              <a:rPr kumimoji="1" lang="en-US" altLang="ja-JP" sz="3200" dirty="0">
                <a:latin typeface="メイリオ" panose="020B0604030504040204" pitchFamily="50" charset="-128"/>
                <a:ea typeface="メイリオ" panose="020B0604030504040204" pitchFamily="50" charset="-128"/>
              </a:rPr>
              <a:t>offset, record length</a:t>
            </a:r>
            <a:r>
              <a:rPr kumimoji="1" lang="ja-JP" altLang="en-US" sz="3200" dirty="0">
                <a:latin typeface="メイリオ" panose="020B0604030504040204" pitchFamily="50" charset="-128"/>
                <a:ea typeface="メイリオ" panose="020B0604030504040204" pitchFamily="50" charset="-128"/>
              </a:rPr>
              <a:t>を検索する</a:t>
            </a:r>
          </a:p>
        </p:txBody>
      </p:sp>
      <p:sp>
        <p:nvSpPr>
          <p:cNvPr id="3" name="テキスト ボックス 2">
            <a:extLst>
              <a:ext uri="{FF2B5EF4-FFF2-40B4-BE49-F238E27FC236}">
                <a16:creationId xmlns:a16="http://schemas.microsoft.com/office/drawing/2014/main" id="{3EE9EFED-3CED-32A9-A715-10E7FBD6D668}"/>
              </a:ext>
            </a:extLst>
          </p:cNvPr>
          <p:cNvSpPr txBox="1"/>
          <p:nvPr/>
        </p:nvSpPr>
        <p:spPr>
          <a:xfrm>
            <a:off x="795528" y="1219848"/>
            <a:ext cx="10464275" cy="461665"/>
          </a:xfrm>
          <a:prstGeom prst="rect">
            <a:avLst/>
          </a:prstGeom>
          <a:noFill/>
        </p:spPr>
        <p:txBody>
          <a:bodyPr wrap="none" rtlCol="0">
            <a:spAutoFit/>
          </a:bodyPr>
          <a:lstStyle/>
          <a:p>
            <a:pPr algn="l"/>
            <a:r>
              <a:rPr kumimoji="1" lang="en-US" altLang="ja-JP" sz="2400" dirty="0">
                <a:latin typeface="メイリオ" panose="020B0604030504040204" pitchFamily="50" charset="-128"/>
                <a:ea typeface="メイリオ" panose="020B0604030504040204" pitchFamily="50" charset="-128"/>
              </a:rPr>
              <a:t>Common crawl</a:t>
            </a:r>
            <a:r>
              <a:rPr kumimoji="1" lang="ja-JP" altLang="en-US" sz="2400" dirty="0">
                <a:latin typeface="メイリオ" panose="020B0604030504040204" pitchFamily="50" charset="-128"/>
                <a:ea typeface="メイリオ" panose="020B0604030504040204" pitchFamily="50" charset="-128"/>
              </a:rPr>
              <a:t>は</a:t>
            </a:r>
            <a:r>
              <a:rPr kumimoji="1" lang="en-US" altLang="ja-JP" sz="2400" dirty="0">
                <a:latin typeface="メイリオ" panose="020B0604030504040204" pitchFamily="50" charset="-128"/>
                <a:ea typeface="メイリオ" panose="020B0604030504040204" pitchFamily="50" charset="-128"/>
              </a:rPr>
              <a:t>amazon web service(AWS)</a:t>
            </a:r>
            <a:r>
              <a:rPr kumimoji="1" lang="ja-JP" altLang="en-US" sz="2400" dirty="0">
                <a:latin typeface="メイリオ" panose="020B0604030504040204" pitchFamily="50" charset="-128"/>
                <a:ea typeface="メイリオ" panose="020B0604030504040204" pitchFamily="50" charset="-128"/>
              </a:rPr>
              <a:t>内にすべて格納されている</a:t>
            </a:r>
            <a:endParaRPr kumimoji="1" lang="en-US" altLang="ja-JP" sz="2400" dirty="0">
              <a:latin typeface="メイリオ" panose="020B0604030504040204" pitchFamily="50" charset="-128"/>
              <a:ea typeface="メイリオ" panose="020B0604030504040204" pitchFamily="50" charset="-128"/>
            </a:endParaRPr>
          </a:p>
        </p:txBody>
      </p:sp>
      <p:sp>
        <p:nvSpPr>
          <p:cNvPr id="4" name="テキスト ボックス 3">
            <a:extLst>
              <a:ext uri="{FF2B5EF4-FFF2-40B4-BE49-F238E27FC236}">
                <a16:creationId xmlns:a16="http://schemas.microsoft.com/office/drawing/2014/main" id="{958551A9-6AD5-D47D-38E9-ED277EBA1DB6}"/>
              </a:ext>
            </a:extLst>
          </p:cNvPr>
          <p:cNvSpPr txBox="1"/>
          <p:nvPr/>
        </p:nvSpPr>
        <p:spPr>
          <a:xfrm>
            <a:off x="795528" y="2348484"/>
            <a:ext cx="10808208" cy="2246769"/>
          </a:xfrm>
          <a:prstGeom prst="rect">
            <a:avLst/>
          </a:prstGeom>
          <a:noFill/>
        </p:spPr>
        <p:txBody>
          <a:bodyPr wrap="square" rtlCol="0">
            <a:spAutoFit/>
          </a:bodyPr>
          <a:lstStyle/>
          <a:p>
            <a:r>
              <a:rPr lang="en-US" altLang="ja-JP" sz="2000" b="1" u="sng" dirty="0">
                <a:latin typeface="メイリオ" panose="020B0604030504040204" pitchFamily="50" charset="-128"/>
                <a:ea typeface="メイリオ" panose="020B0604030504040204" pitchFamily="50" charset="-128"/>
              </a:rPr>
              <a:t>AWS</a:t>
            </a:r>
            <a:r>
              <a:rPr lang="ja-JP" altLang="en-US" sz="2000" b="1" u="sng" dirty="0">
                <a:latin typeface="メイリオ" panose="020B0604030504040204" pitchFamily="50" charset="-128"/>
                <a:ea typeface="メイリオ" panose="020B0604030504040204" pitchFamily="50" charset="-128"/>
              </a:rPr>
              <a:t>（</a:t>
            </a:r>
            <a:r>
              <a:rPr lang="en-US" altLang="ja-JP" sz="2000" b="1" u="sng" dirty="0">
                <a:latin typeface="メイリオ" panose="020B0604030504040204" pitchFamily="50" charset="-128"/>
                <a:ea typeface="メイリオ" panose="020B0604030504040204" pitchFamily="50" charset="-128"/>
              </a:rPr>
              <a:t>Amazon Web Services</a:t>
            </a:r>
            <a:r>
              <a:rPr lang="ja-JP" altLang="en-US" sz="2000" b="1" u="sng" dirty="0">
                <a:latin typeface="メイリオ" panose="020B0604030504040204" pitchFamily="50" charset="-128"/>
                <a:ea typeface="メイリオ" panose="020B0604030504040204" pitchFamily="50" charset="-128"/>
              </a:rPr>
              <a:t>）</a:t>
            </a:r>
            <a:endParaRPr lang="en-US" altLang="ja-JP" sz="2000" b="1" u="sng" dirty="0">
              <a:latin typeface="メイリオ" panose="020B0604030504040204" pitchFamily="50" charset="-128"/>
              <a:ea typeface="メイリオ" panose="020B0604030504040204" pitchFamily="50" charset="-128"/>
            </a:endParaRPr>
          </a:p>
          <a:p>
            <a:pPr marL="342900" indent="-342900">
              <a:buFont typeface="Wingdings" panose="05000000000000000000" pitchFamily="2" charset="2"/>
              <a:buChar char="l"/>
            </a:pPr>
            <a:r>
              <a:rPr lang="en-US" altLang="ja-JP" sz="2000" dirty="0">
                <a:latin typeface="メイリオ" panose="020B0604030504040204" pitchFamily="50" charset="-128"/>
                <a:ea typeface="メイリオ" panose="020B0604030504040204" pitchFamily="50" charset="-128"/>
              </a:rPr>
              <a:t>Amazon</a:t>
            </a:r>
            <a:r>
              <a:rPr lang="ja-JP" altLang="en-US" sz="2000" dirty="0">
                <a:latin typeface="メイリオ" panose="020B0604030504040204" pitchFamily="50" charset="-128"/>
                <a:ea typeface="メイリオ" panose="020B0604030504040204" pitchFamily="50" charset="-128"/>
              </a:rPr>
              <a:t>が提供する世界最大規模のクラウドコンピューティングサービス</a:t>
            </a:r>
            <a:endParaRPr lang="en-US" altLang="ja-JP" sz="2000" dirty="0">
              <a:latin typeface="メイリオ" panose="020B0604030504040204" pitchFamily="50" charset="-128"/>
              <a:ea typeface="メイリオ" panose="020B0604030504040204" pitchFamily="50" charset="-128"/>
            </a:endParaRPr>
          </a:p>
          <a:p>
            <a:pPr marL="342900" indent="-342900">
              <a:buFont typeface="Wingdings" panose="05000000000000000000" pitchFamily="2" charset="2"/>
              <a:buChar char="l"/>
            </a:pPr>
            <a:r>
              <a:rPr lang="ja-JP" altLang="en-US" sz="2000" dirty="0">
                <a:latin typeface="メイリオ" panose="020B0604030504040204" pitchFamily="50" charset="-128"/>
                <a:ea typeface="メイリオ" panose="020B0604030504040204" pitchFamily="50" charset="-128"/>
              </a:rPr>
              <a:t>世界中の名だたる</a:t>
            </a:r>
            <a:r>
              <a:rPr lang="en-US" altLang="ja-JP" sz="2000" dirty="0">
                <a:latin typeface="メイリオ" panose="020B0604030504040204" pitchFamily="50" charset="-128"/>
                <a:ea typeface="メイリオ" panose="020B0604030504040204" pitchFamily="50" charset="-128"/>
              </a:rPr>
              <a:t>EC</a:t>
            </a:r>
            <a:r>
              <a:rPr lang="ja-JP" altLang="en-US" sz="2000" dirty="0">
                <a:latin typeface="メイリオ" panose="020B0604030504040204" pitchFamily="50" charset="-128"/>
                <a:ea typeface="メイリオ" panose="020B0604030504040204" pitchFamily="50" charset="-128"/>
              </a:rPr>
              <a:t>サイトが利用</a:t>
            </a:r>
            <a:endParaRPr lang="en-US" altLang="ja-JP" sz="2000" dirty="0">
              <a:latin typeface="メイリオ" panose="020B0604030504040204" pitchFamily="50" charset="-128"/>
              <a:ea typeface="メイリオ" panose="020B0604030504040204" pitchFamily="50" charset="-128"/>
            </a:endParaRPr>
          </a:p>
          <a:p>
            <a:pPr marL="342900" indent="-342900">
              <a:buFont typeface="Wingdings" panose="05000000000000000000" pitchFamily="2" charset="2"/>
              <a:buChar char="l"/>
            </a:pPr>
            <a:r>
              <a:rPr lang="ja-JP" altLang="en-US" sz="2000" dirty="0">
                <a:latin typeface="メイリオ" panose="020B0604030504040204" pitchFamily="50" charset="-128"/>
                <a:ea typeface="メイリオ" panose="020B0604030504040204" pitchFamily="50" charset="-128"/>
              </a:rPr>
              <a:t>基本は仮想サーバ。常時稼働している物理サーバを区切って、仮想サーバとして時間貸し</a:t>
            </a:r>
            <a:endParaRPr lang="en-US" altLang="ja-JP" sz="2000" dirty="0">
              <a:latin typeface="メイリオ" panose="020B0604030504040204" pitchFamily="50" charset="-128"/>
              <a:ea typeface="メイリオ" panose="020B0604030504040204" pitchFamily="50" charset="-128"/>
            </a:endParaRPr>
          </a:p>
          <a:p>
            <a:pPr marL="342900" indent="-342900">
              <a:buFont typeface="Wingdings" panose="05000000000000000000" pitchFamily="2" charset="2"/>
              <a:buChar char="l"/>
            </a:pPr>
            <a:r>
              <a:rPr lang="ja-JP" altLang="en-US" sz="2000" dirty="0">
                <a:latin typeface="メイリオ" panose="020B0604030504040204" pitchFamily="50" charset="-128"/>
                <a:ea typeface="メイリオ" panose="020B0604030504040204" pitchFamily="50" charset="-128"/>
              </a:rPr>
              <a:t>容量・機能拡張（スケーラビリティ）が自由</a:t>
            </a:r>
            <a:endParaRPr lang="en-US" altLang="ja-JP" sz="2000" dirty="0">
              <a:latin typeface="メイリオ" panose="020B0604030504040204" pitchFamily="50" charset="-128"/>
              <a:ea typeface="メイリオ" panose="020B0604030504040204" pitchFamily="50" charset="-128"/>
            </a:endParaRPr>
          </a:p>
          <a:p>
            <a:pPr marL="342900" indent="-342900">
              <a:buFont typeface="Wingdings" panose="05000000000000000000" pitchFamily="2" charset="2"/>
              <a:buChar char="l"/>
            </a:pPr>
            <a:r>
              <a:rPr lang="ja-JP" altLang="en-US" sz="2000" dirty="0">
                <a:latin typeface="メイリオ" panose="020B0604030504040204" pitchFamily="50" charset="-128"/>
                <a:ea typeface="メイリオ" panose="020B0604030504040204" pitchFamily="50" charset="-128"/>
              </a:rPr>
              <a:t>ディザスタリカバリが安価で容易（世界中に分散可能）</a:t>
            </a:r>
            <a:endParaRPr lang="en-US" altLang="ja-JP" sz="2000" dirty="0">
              <a:latin typeface="メイリオ" panose="020B0604030504040204" pitchFamily="50" charset="-128"/>
              <a:ea typeface="メイリオ" panose="020B0604030504040204" pitchFamily="50" charset="-128"/>
            </a:endParaRPr>
          </a:p>
          <a:p>
            <a:pPr marL="342900" indent="-342900">
              <a:buFont typeface="Wingdings" panose="05000000000000000000" pitchFamily="2" charset="2"/>
              <a:buChar char="l"/>
            </a:pPr>
            <a:endParaRPr kumimoji="1" lang="ja-JP" altLang="en-US" sz="2000"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80F912AB-0A2D-01F9-1061-B42A4E883715}"/>
              </a:ext>
            </a:extLst>
          </p:cNvPr>
          <p:cNvSpPr txBox="1"/>
          <p:nvPr/>
        </p:nvSpPr>
        <p:spPr>
          <a:xfrm>
            <a:off x="1016509" y="4380792"/>
            <a:ext cx="8964929" cy="707886"/>
          </a:xfrm>
          <a:prstGeom prst="rect">
            <a:avLst/>
          </a:prstGeom>
          <a:noFill/>
        </p:spPr>
        <p:txBody>
          <a:bodyPr wrap="square" rtlCol="0">
            <a:spAutoFit/>
          </a:bodyPr>
          <a:lstStyle/>
          <a:p>
            <a:r>
              <a:rPr lang="en-US" altLang="ja-JP" sz="2000" dirty="0">
                <a:latin typeface="メイリオ" panose="020B0604030504040204" pitchFamily="50" charset="-128"/>
                <a:ea typeface="メイリオ" panose="020B0604030504040204" pitchFamily="50" charset="-128"/>
                <a:hlinkClick r:id="rId2"/>
              </a:rPr>
              <a:t>https://qiita.com/michiru-miyagawa/items/6e295445456f87586f2d</a:t>
            </a:r>
            <a:endParaRPr lang="en-US" altLang="ja-JP" sz="2000" dirty="0">
              <a:latin typeface="メイリオ" panose="020B0604030504040204" pitchFamily="50" charset="-128"/>
              <a:ea typeface="メイリオ" panose="020B0604030504040204" pitchFamily="50" charset="-128"/>
            </a:endParaRPr>
          </a:p>
          <a:p>
            <a:endParaRPr kumimoji="1" lang="ja-JP" altLang="en-US" sz="2000" dirty="0">
              <a:latin typeface="メイリオ" panose="020B0604030504040204" pitchFamily="50" charset="-128"/>
              <a:ea typeface="メイリオ" panose="020B0604030504040204" pitchFamily="50" charset="-128"/>
            </a:endParaRPr>
          </a:p>
        </p:txBody>
      </p:sp>
      <p:sp>
        <p:nvSpPr>
          <p:cNvPr id="6" name="テキスト ボックス 5">
            <a:extLst>
              <a:ext uri="{FF2B5EF4-FFF2-40B4-BE49-F238E27FC236}">
                <a16:creationId xmlns:a16="http://schemas.microsoft.com/office/drawing/2014/main" id="{586762EF-027A-CE36-66A1-2060A61C0758}"/>
              </a:ext>
            </a:extLst>
          </p:cNvPr>
          <p:cNvSpPr txBox="1"/>
          <p:nvPr/>
        </p:nvSpPr>
        <p:spPr>
          <a:xfrm>
            <a:off x="795528" y="5825835"/>
            <a:ext cx="9575291" cy="830997"/>
          </a:xfrm>
          <a:prstGeom prst="rect">
            <a:avLst/>
          </a:prstGeom>
          <a:noFill/>
        </p:spPr>
        <p:txBody>
          <a:bodyPr wrap="square" rtlCol="0">
            <a:spAutoFit/>
          </a:bodyPr>
          <a:lstStyle/>
          <a:p>
            <a:pPr algn="l"/>
            <a:r>
              <a:rPr kumimoji="1" lang="ja-JP" altLang="en-US" sz="2400" dirty="0">
                <a:latin typeface="メイリオ" panose="020B0604030504040204" pitchFamily="50" charset="-128"/>
                <a:ea typeface="メイリオ" panose="020B0604030504040204" pitchFamily="50" charset="-128"/>
              </a:rPr>
              <a:t>ということは、</a:t>
            </a:r>
            <a:r>
              <a:rPr kumimoji="1" lang="en-US" altLang="ja-JP" sz="2400" dirty="0">
                <a:latin typeface="メイリオ" panose="020B0604030504040204" pitchFamily="50" charset="-128"/>
                <a:ea typeface="メイリオ" panose="020B0604030504040204" pitchFamily="50" charset="-128"/>
              </a:rPr>
              <a:t>AWS</a:t>
            </a:r>
            <a:r>
              <a:rPr kumimoji="1" lang="ja-JP" altLang="en-US" sz="2400" dirty="0">
                <a:latin typeface="メイリオ" panose="020B0604030504040204" pitchFamily="50" charset="-128"/>
                <a:ea typeface="メイリオ" panose="020B0604030504040204" pitchFamily="50" charset="-128"/>
              </a:rPr>
              <a:t>内に仮想システムを作って</a:t>
            </a:r>
            <a:r>
              <a:rPr kumimoji="1" lang="en-US" altLang="ja-JP" sz="2400" dirty="0">
                <a:latin typeface="メイリオ" panose="020B0604030504040204" pitchFamily="50" charset="-128"/>
                <a:ea typeface="メイリオ" panose="020B0604030504040204" pitchFamily="50" charset="-128"/>
              </a:rPr>
              <a:t>common crawl</a:t>
            </a:r>
            <a:r>
              <a:rPr kumimoji="1" lang="ja-JP" altLang="en-US" sz="2400" dirty="0">
                <a:latin typeface="メイリオ" panose="020B0604030504040204" pitchFamily="50" charset="-128"/>
                <a:ea typeface="メイリオ" panose="020B0604030504040204" pitchFamily="50" charset="-128"/>
              </a:rPr>
              <a:t>を検索すればネットを介さずにデータを取り出せる！</a:t>
            </a:r>
          </a:p>
        </p:txBody>
      </p:sp>
      <p:sp>
        <p:nvSpPr>
          <p:cNvPr id="7" name="矢印: 下 6">
            <a:extLst>
              <a:ext uri="{FF2B5EF4-FFF2-40B4-BE49-F238E27FC236}">
                <a16:creationId xmlns:a16="http://schemas.microsoft.com/office/drawing/2014/main" id="{C99ED2E2-5168-6D7C-E5AC-C97DE2721CCC}"/>
              </a:ext>
            </a:extLst>
          </p:cNvPr>
          <p:cNvSpPr/>
          <p:nvPr/>
        </p:nvSpPr>
        <p:spPr>
          <a:xfrm>
            <a:off x="4295775" y="5229225"/>
            <a:ext cx="1581150" cy="45712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32061494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ローチャート: 磁気ディスク 1">
            <a:extLst>
              <a:ext uri="{FF2B5EF4-FFF2-40B4-BE49-F238E27FC236}">
                <a16:creationId xmlns:a16="http://schemas.microsoft.com/office/drawing/2014/main" id="{C26CA315-A952-D774-C9A1-434CD01B057B}"/>
              </a:ext>
            </a:extLst>
          </p:cNvPr>
          <p:cNvSpPr/>
          <p:nvPr/>
        </p:nvSpPr>
        <p:spPr>
          <a:xfrm>
            <a:off x="6993791" y="1547622"/>
            <a:ext cx="3676650" cy="3631376"/>
          </a:xfrm>
          <a:prstGeom prst="flowChartMagneticDisk">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3" name="フローチャート: 磁気ディスク 2">
            <a:extLst>
              <a:ext uri="{FF2B5EF4-FFF2-40B4-BE49-F238E27FC236}">
                <a16:creationId xmlns:a16="http://schemas.microsoft.com/office/drawing/2014/main" id="{60755CC3-233B-1578-FE10-E1733DC4D56C}"/>
              </a:ext>
            </a:extLst>
          </p:cNvPr>
          <p:cNvSpPr/>
          <p:nvPr/>
        </p:nvSpPr>
        <p:spPr>
          <a:xfrm>
            <a:off x="1949088" y="3824974"/>
            <a:ext cx="1323975" cy="959423"/>
          </a:xfrm>
          <a:prstGeom prst="flowChartMagneticDisk">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4" name="テキスト ボックス 3">
            <a:extLst>
              <a:ext uri="{FF2B5EF4-FFF2-40B4-BE49-F238E27FC236}">
                <a16:creationId xmlns:a16="http://schemas.microsoft.com/office/drawing/2014/main" id="{E90A367F-74C8-0B70-378D-47AB09D3BF6F}"/>
              </a:ext>
            </a:extLst>
          </p:cNvPr>
          <p:cNvSpPr txBox="1"/>
          <p:nvPr/>
        </p:nvSpPr>
        <p:spPr>
          <a:xfrm>
            <a:off x="7616462" y="3363310"/>
            <a:ext cx="2431307" cy="461665"/>
          </a:xfrm>
          <a:prstGeom prst="rect">
            <a:avLst/>
          </a:prstGeom>
          <a:noFill/>
        </p:spPr>
        <p:txBody>
          <a:bodyPr wrap="none" rtlCol="0">
            <a:spAutoFit/>
          </a:bodyPr>
          <a:lstStyle/>
          <a:p>
            <a:pPr algn="l"/>
            <a:r>
              <a:rPr kumimoji="1" lang="en-US" altLang="ja-JP" sz="2400" dirty="0">
                <a:latin typeface="メイリオ" panose="020B0604030504040204" pitchFamily="50" charset="-128"/>
                <a:ea typeface="メイリオ" panose="020B0604030504040204" pitchFamily="50" charset="-128"/>
              </a:rPr>
              <a:t>Common crawl</a:t>
            </a:r>
            <a:endParaRPr kumimoji="1" lang="ja-JP" altLang="en-US" sz="2400"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EE90B795-CA64-3A06-EE9D-BB0394B9140D}"/>
              </a:ext>
            </a:extLst>
          </p:cNvPr>
          <p:cNvSpPr txBox="1"/>
          <p:nvPr/>
        </p:nvSpPr>
        <p:spPr>
          <a:xfrm>
            <a:off x="740509" y="4277095"/>
            <a:ext cx="3262432" cy="461665"/>
          </a:xfrm>
          <a:prstGeom prst="rect">
            <a:avLst/>
          </a:prstGeom>
          <a:noFill/>
        </p:spPr>
        <p:txBody>
          <a:bodyPr wrap="none" rtlCol="0">
            <a:spAutoFit/>
          </a:bodyPr>
          <a:lstStyle/>
          <a:p>
            <a:pPr algn="l"/>
            <a:r>
              <a:rPr kumimoji="1" lang="ja-JP" altLang="en-US" sz="2400" dirty="0">
                <a:latin typeface="メイリオ" panose="020B0604030504040204" pitchFamily="50" charset="-128"/>
                <a:ea typeface="メイリオ" panose="020B0604030504040204" pitchFamily="50" charset="-128"/>
              </a:rPr>
              <a:t>ユーザー仮想システム</a:t>
            </a:r>
          </a:p>
        </p:txBody>
      </p:sp>
      <p:sp>
        <p:nvSpPr>
          <p:cNvPr id="6" name="テキスト ボックス 5">
            <a:extLst>
              <a:ext uri="{FF2B5EF4-FFF2-40B4-BE49-F238E27FC236}">
                <a16:creationId xmlns:a16="http://schemas.microsoft.com/office/drawing/2014/main" id="{BE0D9982-183F-A960-8B6E-DC1665FCB8D4}"/>
              </a:ext>
            </a:extLst>
          </p:cNvPr>
          <p:cNvSpPr txBox="1"/>
          <p:nvPr/>
        </p:nvSpPr>
        <p:spPr>
          <a:xfrm>
            <a:off x="4393465" y="3363309"/>
            <a:ext cx="1415772" cy="461665"/>
          </a:xfrm>
          <a:prstGeom prst="rect">
            <a:avLst/>
          </a:prstGeom>
          <a:noFill/>
        </p:spPr>
        <p:txBody>
          <a:bodyPr wrap="none" rtlCol="0">
            <a:spAutoFit/>
          </a:bodyPr>
          <a:lstStyle/>
          <a:p>
            <a:pPr algn="l"/>
            <a:r>
              <a:rPr kumimoji="1" lang="ja-JP" altLang="en-US" sz="2400" dirty="0">
                <a:latin typeface="メイリオ" panose="020B0604030504040204" pitchFamily="50" charset="-128"/>
                <a:ea typeface="メイリオ" panose="020B0604030504040204" pitchFamily="50" charset="-128"/>
              </a:rPr>
              <a:t>検索要求</a:t>
            </a:r>
          </a:p>
        </p:txBody>
      </p:sp>
      <p:sp>
        <p:nvSpPr>
          <p:cNvPr id="8" name="矢印: 右 7">
            <a:extLst>
              <a:ext uri="{FF2B5EF4-FFF2-40B4-BE49-F238E27FC236}">
                <a16:creationId xmlns:a16="http://schemas.microsoft.com/office/drawing/2014/main" id="{6AD656DA-AA33-FBA3-C07D-EBAC0716F45B}"/>
              </a:ext>
            </a:extLst>
          </p:cNvPr>
          <p:cNvSpPr/>
          <p:nvPr/>
        </p:nvSpPr>
        <p:spPr>
          <a:xfrm>
            <a:off x="4002941" y="3824974"/>
            <a:ext cx="2657475" cy="261251"/>
          </a:xfrm>
          <a:prstGeom prst="rightArrow">
            <a:avLst>
              <a:gd name="adj1" fmla="val 50000"/>
              <a:gd name="adj2" fmla="val 104689"/>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矢印: 左 8">
            <a:extLst>
              <a:ext uri="{FF2B5EF4-FFF2-40B4-BE49-F238E27FC236}">
                <a16:creationId xmlns:a16="http://schemas.microsoft.com/office/drawing/2014/main" id="{2E0BCF5F-F813-B227-D92F-940C588783E7}"/>
              </a:ext>
            </a:extLst>
          </p:cNvPr>
          <p:cNvSpPr/>
          <p:nvPr/>
        </p:nvSpPr>
        <p:spPr>
          <a:xfrm>
            <a:off x="4007824" y="4477509"/>
            <a:ext cx="2571750" cy="261251"/>
          </a:xfrm>
          <a:prstGeom prst="leftArrow">
            <a:avLst>
              <a:gd name="adj1" fmla="val 50000"/>
              <a:gd name="adj2" fmla="val 122919"/>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四角形: 角を丸くする 9">
            <a:extLst>
              <a:ext uri="{FF2B5EF4-FFF2-40B4-BE49-F238E27FC236}">
                <a16:creationId xmlns:a16="http://schemas.microsoft.com/office/drawing/2014/main" id="{6CEFBB67-DC0F-6E48-7DCB-4BD75E40240C}"/>
              </a:ext>
            </a:extLst>
          </p:cNvPr>
          <p:cNvSpPr/>
          <p:nvPr/>
        </p:nvSpPr>
        <p:spPr>
          <a:xfrm>
            <a:off x="740509" y="1438275"/>
            <a:ext cx="10710982" cy="3895725"/>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テキスト ボックス 10">
            <a:extLst>
              <a:ext uri="{FF2B5EF4-FFF2-40B4-BE49-F238E27FC236}">
                <a16:creationId xmlns:a16="http://schemas.microsoft.com/office/drawing/2014/main" id="{283D8262-AFC7-1739-D0A6-29FC447DC39F}"/>
              </a:ext>
            </a:extLst>
          </p:cNvPr>
          <p:cNvSpPr txBox="1"/>
          <p:nvPr/>
        </p:nvSpPr>
        <p:spPr>
          <a:xfrm>
            <a:off x="1249879" y="1085957"/>
            <a:ext cx="934038" cy="461665"/>
          </a:xfrm>
          <a:prstGeom prst="rect">
            <a:avLst/>
          </a:prstGeom>
          <a:noFill/>
        </p:spPr>
        <p:txBody>
          <a:bodyPr wrap="none" rtlCol="0">
            <a:spAutoFit/>
          </a:bodyPr>
          <a:lstStyle/>
          <a:p>
            <a:pPr algn="l"/>
            <a:r>
              <a:rPr kumimoji="1" lang="en-US" altLang="ja-JP" sz="2400" b="1" dirty="0">
                <a:latin typeface="メイリオ" panose="020B0604030504040204" pitchFamily="50" charset="-128"/>
                <a:ea typeface="メイリオ" panose="020B0604030504040204" pitchFamily="50" charset="-128"/>
              </a:rPr>
              <a:t>AWS</a:t>
            </a:r>
            <a:endParaRPr kumimoji="1" lang="ja-JP" altLang="en-US" sz="2400" b="1" dirty="0">
              <a:latin typeface="メイリオ" panose="020B0604030504040204" pitchFamily="50" charset="-128"/>
              <a:ea typeface="メイリオ" panose="020B0604030504040204" pitchFamily="50" charset="-128"/>
            </a:endParaRPr>
          </a:p>
        </p:txBody>
      </p:sp>
      <p:sp>
        <p:nvSpPr>
          <p:cNvPr id="12" name="吹き出し: 角を丸めた四角形 11">
            <a:extLst>
              <a:ext uri="{FF2B5EF4-FFF2-40B4-BE49-F238E27FC236}">
                <a16:creationId xmlns:a16="http://schemas.microsoft.com/office/drawing/2014/main" id="{49BC2753-4CFC-0365-FCD1-A1E83468CFB4}"/>
              </a:ext>
            </a:extLst>
          </p:cNvPr>
          <p:cNvSpPr/>
          <p:nvPr/>
        </p:nvSpPr>
        <p:spPr>
          <a:xfrm>
            <a:off x="1525225" y="5572514"/>
            <a:ext cx="5468566" cy="1107133"/>
          </a:xfrm>
          <a:prstGeom prst="wedgeRoundRectCallout">
            <a:avLst>
              <a:gd name="adj1" fmla="val -23129"/>
              <a:gd name="adj2" fmla="val -113008"/>
              <a:gd name="adj3" fmla="val 16667"/>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テキスト ボックス 12">
            <a:extLst>
              <a:ext uri="{FF2B5EF4-FFF2-40B4-BE49-F238E27FC236}">
                <a16:creationId xmlns:a16="http://schemas.microsoft.com/office/drawing/2014/main" id="{3EB6C2F2-6E8E-BAE7-B367-F125535F760E}"/>
              </a:ext>
            </a:extLst>
          </p:cNvPr>
          <p:cNvSpPr txBox="1"/>
          <p:nvPr/>
        </p:nvSpPr>
        <p:spPr>
          <a:xfrm>
            <a:off x="1716898" y="5774383"/>
            <a:ext cx="4572085" cy="830997"/>
          </a:xfrm>
          <a:prstGeom prst="rect">
            <a:avLst/>
          </a:prstGeom>
          <a:noFill/>
        </p:spPr>
        <p:txBody>
          <a:bodyPr wrap="none" rtlCol="0">
            <a:spAutoFit/>
          </a:bodyPr>
          <a:lstStyle/>
          <a:p>
            <a:pPr algn="l"/>
            <a:r>
              <a:rPr kumimoji="1" lang="ja-JP" altLang="en-US" sz="2400" dirty="0">
                <a:latin typeface="メイリオ" panose="020B0604030504040204" pitchFamily="50" charset="-128"/>
                <a:ea typeface="メイリオ" panose="020B0604030504040204" pitchFamily="50" charset="-128"/>
              </a:rPr>
              <a:t>検索要求サービス：</a:t>
            </a:r>
            <a:r>
              <a:rPr kumimoji="1" lang="en-US" altLang="ja-JP" sz="2400" dirty="0">
                <a:latin typeface="メイリオ" panose="020B0604030504040204" pitchFamily="50" charset="-128"/>
                <a:ea typeface="メイリオ" panose="020B0604030504040204" pitchFamily="50" charset="-128"/>
              </a:rPr>
              <a:t>Athena</a:t>
            </a:r>
          </a:p>
          <a:p>
            <a:pPr algn="l"/>
            <a:r>
              <a:rPr lang="ja-JP" altLang="en-US" sz="2400" dirty="0">
                <a:latin typeface="メイリオ" panose="020B0604030504040204" pitchFamily="50" charset="-128"/>
                <a:ea typeface="メイリオ" panose="020B0604030504040204" pitchFamily="50" charset="-128"/>
              </a:rPr>
              <a:t>検索結果の出力ストレージ：</a:t>
            </a:r>
            <a:r>
              <a:rPr lang="en-US" altLang="ja-JP" sz="2400" dirty="0">
                <a:latin typeface="メイリオ" panose="020B0604030504040204" pitchFamily="50" charset="-128"/>
                <a:ea typeface="メイリオ" panose="020B0604030504040204" pitchFamily="50" charset="-128"/>
              </a:rPr>
              <a:t>S3</a:t>
            </a:r>
            <a:endParaRPr kumimoji="1" lang="ja-JP" altLang="en-US" sz="2400" dirty="0">
              <a:latin typeface="メイリオ" panose="020B0604030504040204" pitchFamily="50" charset="-128"/>
              <a:ea typeface="メイリオ" panose="020B0604030504040204" pitchFamily="50" charset="-128"/>
            </a:endParaRPr>
          </a:p>
        </p:txBody>
      </p:sp>
      <p:sp>
        <p:nvSpPr>
          <p:cNvPr id="14" name="テキスト ボックス 13">
            <a:extLst>
              <a:ext uri="{FF2B5EF4-FFF2-40B4-BE49-F238E27FC236}">
                <a16:creationId xmlns:a16="http://schemas.microsoft.com/office/drawing/2014/main" id="{14A5737E-2EC7-FAE0-3208-ECF5B8BAFC96}"/>
              </a:ext>
            </a:extLst>
          </p:cNvPr>
          <p:cNvSpPr txBox="1"/>
          <p:nvPr/>
        </p:nvSpPr>
        <p:spPr>
          <a:xfrm>
            <a:off x="495300" y="228600"/>
            <a:ext cx="3998018" cy="584775"/>
          </a:xfrm>
          <a:prstGeom prst="rect">
            <a:avLst/>
          </a:prstGeom>
          <a:noFill/>
        </p:spPr>
        <p:txBody>
          <a:bodyPr wrap="none" rtlCol="0">
            <a:spAutoFit/>
          </a:bodyPr>
          <a:lstStyle/>
          <a:p>
            <a:pPr algn="l"/>
            <a:r>
              <a:rPr kumimoji="1" lang="ja-JP" altLang="en-US" sz="3200" dirty="0">
                <a:latin typeface="メイリオ" panose="020B0604030504040204" pitchFamily="50" charset="-128"/>
                <a:ea typeface="メイリオ" panose="020B0604030504040204" pitchFamily="50" charset="-128"/>
              </a:rPr>
              <a:t>検索を</a:t>
            </a:r>
            <a:r>
              <a:rPr kumimoji="1" lang="en-US" altLang="ja-JP" sz="3200" dirty="0">
                <a:latin typeface="メイリオ" panose="020B0604030504040204" pitchFamily="50" charset="-128"/>
                <a:ea typeface="メイリオ" panose="020B0604030504040204" pitchFamily="50" charset="-128"/>
              </a:rPr>
              <a:t>AWS</a:t>
            </a:r>
            <a:r>
              <a:rPr kumimoji="1" lang="ja-JP" altLang="en-US" sz="3200" dirty="0">
                <a:latin typeface="メイリオ" panose="020B0604030504040204" pitchFamily="50" charset="-128"/>
                <a:ea typeface="メイリオ" panose="020B0604030504040204" pitchFamily="50" charset="-128"/>
              </a:rPr>
              <a:t>内で完結</a:t>
            </a:r>
          </a:p>
        </p:txBody>
      </p:sp>
    </p:spTree>
    <p:extLst>
      <p:ext uri="{BB962C8B-B14F-4D97-AF65-F5344CB8AC3E}">
        <p14:creationId xmlns:p14="http://schemas.microsoft.com/office/powerpoint/2010/main" val="24873910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81E34049-B319-D3BA-13DB-75C1992D1646}"/>
              </a:ext>
            </a:extLst>
          </p:cNvPr>
          <p:cNvSpPr txBox="1"/>
          <p:nvPr/>
        </p:nvSpPr>
        <p:spPr>
          <a:xfrm>
            <a:off x="786385" y="247329"/>
            <a:ext cx="7199022" cy="584775"/>
          </a:xfrm>
          <a:prstGeom prst="rect">
            <a:avLst/>
          </a:prstGeom>
          <a:noFill/>
        </p:spPr>
        <p:txBody>
          <a:bodyPr wrap="none" rtlCol="0">
            <a:spAutoFit/>
          </a:bodyPr>
          <a:lstStyle/>
          <a:p>
            <a:pPr algn="l"/>
            <a:r>
              <a:rPr kumimoji="1" lang="en-US" altLang="ja-JP" sz="3200" dirty="0">
                <a:latin typeface="メイリオ" panose="020B0604030504040204" pitchFamily="50" charset="-128"/>
                <a:ea typeface="メイリオ" panose="020B0604030504040204" pitchFamily="50" charset="-128"/>
              </a:rPr>
              <a:t>Offset, record length</a:t>
            </a:r>
            <a:r>
              <a:rPr kumimoji="1" lang="ja-JP" altLang="en-US" sz="3200" dirty="0">
                <a:latin typeface="メイリオ" panose="020B0604030504040204" pitchFamily="50" charset="-128"/>
                <a:ea typeface="メイリオ" panose="020B0604030504040204" pitchFamily="50" charset="-128"/>
              </a:rPr>
              <a:t>を取り出す手順</a:t>
            </a:r>
          </a:p>
        </p:txBody>
      </p:sp>
      <p:graphicFrame>
        <p:nvGraphicFramePr>
          <p:cNvPr id="4" name="図表 3">
            <a:extLst>
              <a:ext uri="{FF2B5EF4-FFF2-40B4-BE49-F238E27FC236}">
                <a16:creationId xmlns:a16="http://schemas.microsoft.com/office/drawing/2014/main" id="{B7C41570-B56D-79E7-56D8-17B3B0355F0A}"/>
              </a:ext>
            </a:extLst>
          </p:cNvPr>
          <p:cNvGraphicFramePr/>
          <p:nvPr>
            <p:extLst>
              <p:ext uri="{D42A27DB-BD31-4B8C-83A1-F6EECF244321}">
                <p14:modId xmlns:p14="http://schemas.microsoft.com/office/powerpoint/2010/main" val="2521654113"/>
              </p:ext>
            </p:extLst>
          </p:nvPr>
        </p:nvGraphicFramePr>
        <p:xfrm>
          <a:off x="786385" y="1161288"/>
          <a:ext cx="4617719" cy="534924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テキスト ボックス 4">
            <a:extLst>
              <a:ext uri="{FF2B5EF4-FFF2-40B4-BE49-F238E27FC236}">
                <a16:creationId xmlns:a16="http://schemas.microsoft.com/office/drawing/2014/main" id="{849BBE10-81F7-9830-6450-8E44BD2B4461}"/>
              </a:ext>
            </a:extLst>
          </p:cNvPr>
          <p:cNvSpPr txBox="1"/>
          <p:nvPr/>
        </p:nvSpPr>
        <p:spPr>
          <a:xfrm>
            <a:off x="5239512" y="1087695"/>
            <a:ext cx="5894562" cy="1015663"/>
          </a:xfrm>
          <a:prstGeom prst="rect">
            <a:avLst/>
          </a:prstGeom>
          <a:noFill/>
        </p:spPr>
        <p:txBody>
          <a:bodyPr wrap="none" rtlCol="0">
            <a:spAutoFit/>
          </a:bodyPr>
          <a:lstStyle/>
          <a:p>
            <a:pPr marL="342900" indent="-342900" algn="l">
              <a:buFont typeface="Wingdings" panose="05000000000000000000" pitchFamily="2" charset="2"/>
              <a:buChar char="l"/>
            </a:pPr>
            <a:r>
              <a:rPr kumimoji="1" lang="ja-JP" altLang="en-US" sz="2000" dirty="0">
                <a:latin typeface="メイリオ" panose="020B0604030504040204" pitchFamily="50" charset="-128"/>
                <a:ea typeface="メイリオ" panose="020B0604030504040204" pitchFamily="50" charset="-128"/>
              </a:rPr>
              <a:t>ルートユーザー配下に</a:t>
            </a:r>
            <a:r>
              <a:rPr kumimoji="1" lang="en-US" altLang="ja-JP" sz="2000" dirty="0">
                <a:latin typeface="メイリオ" panose="020B0604030504040204" pitchFamily="50" charset="-128"/>
                <a:ea typeface="メイリオ" panose="020B0604030504040204" pitchFamily="50" charset="-128"/>
              </a:rPr>
              <a:t>IAM user</a:t>
            </a:r>
            <a:r>
              <a:rPr kumimoji="1" lang="ja-JP" altLang="en-US" sz="2000" dirty="0">
                <a:latin typeface="メイリオ" panose="020B0604030504040204" pitchFamily="50" charset="-128"/>
                <a:ea typeface="メイリオ" panose="020B0604030504040204" pitchFamily="50" charset="-128"/>
              </a:rPr>
              <a:t>を作成</a:t>
            </a:r>
            <a:endParaRPr kumimoji="1" lang="en-US" altLang="ja-JP" sz="2000" dirty="0">
              <a:latin typeface="メイリオ" panose="020B0604030504040204" pitchFamily="50" charset="-128"/>
              <a:ea typeface="メイリオ" panose="020B0604030504040204" pitchFamily="50" charset="-128"/>
            </a:endParaRPr>
          </a:p>
          <a:p>
            <a:pPr marL="342900" indent="-342900" algn="l">
              <a:buFont typeface="Wingdings" panose="05000000000000000000" pitchFamily="2" charset="2"/>
              <a:buChar char="l"/>
            </a:pPr>
            <a:r>
              <a:rPr lang="en-US" altLang="ja-JP" sz="2000" dirty="0">
                <a:latin typeface="メイリオ" panose="020B0604030504040204" pitchFamily="50" charset="-128"/>
                <a:ea typeface="メイリオ" panose="020B0604030504040204" pitchFamily="50" charset="-128"/>
              </a:rPr>
              <a:t>IAM</a:t>
            </a:r>
            <a:r>
              <a:rPr lang="ja-JP" altLang="en-US" sz="2000" dirty="0">
                <a:latin typeface="メイリオ" panose="020B0604030504040204" pitchFamily="50" charset="-128"/>
                <a:ea typeface="メイリオ" panose="020B0604030504040204" pitchFamily="50" charset="-128"/>
              </a:rPr>
              <a:t>毎にあたかも別アカウントのように使える</a:t>
            </a:r>
            <a:endParaRPr kumimoji="1" lang="en-US" altLang="ja-JP" sz="2000" dirty="0">
              <a:latin typeface="メイリオ" panose="020B0604030504040204" pitchFamily="50" charset="-128"/>
              <a:ea typeface="メイリオ" panose="020B0604030504040204" pitchFamily="50" charset="-128"/>
            </a:endParaRPr>
          </a:p>
          <a:p>
            <a:pPr marL="342900" indent="-342900" algn="l">
              <a:buFont typeface="Wingdings" panose="05000000000000000000" pitchFamily="2" charset="2"/>
              <a:buChar char="l"/>
            </a:pPr>
            <a:r>
              <a:rPr lang="ja-JP" altLang="en-US" sz="2000" dirty="0">
                <a:latin typeface="メイリオ" panose="020B0604030504040204" pitchFamily="50" charset="-128"/>
                <a:ea typeface="メイリオ" panose="020B0604030504040204" pitchFamily="50" charset="-128"/>
              </a:rPr>
              <a:t>課金はルートユーザー</a:t>
            </a:r>
            <a:endParaRPr kumimoji="1" lang="ja-JP" altLang="en-US" sz="2000" dirty="0">
              <a:latin typeface="メイリオ" panose="020B0604030504040204" pitchFamily="50" charset="-128"/>
              <a:ea typeface="メイリオ" panose="020B0604030504040204" pitchFamily="50" charset="-128"/>
            </a:endParaRPr>
          </a:p>
        </p:txBody>
      </p:sp>
      <p:sp>
        <p:nvSpPr>
          <p:cNvPr id="6" name="テキスト ボックス 5">
            <a:extLst>
              <a:ext uri="{FF2B5EF4-FFF2-40B4-BE49-F238E27FC236}">
                <a16:creationId xmlns:a16="http://schemas.microsoft.com/office/drawing/2014/main" id="{DAD169F4-BB18-9825-2BCF-2DD2B1640ED8}"/>
              </a:ext>
            </a:extLst>
          </p:cNvPr>
          <p:cNvSpPr txBox="1"/>
          <p:nvPr/>
        </p:nvSpPr>
        <p:spPr>
          <a:xfrm>
            <a:off x="5404104" y="2432542"/>
            <a:ext cx="6340197" cy="461665"/>
          </a:xfrm>
          <a:prstGeom prst="rect">
            <a:avLst/>
          </a:prstGeom>
          <a:noFill/>
        </p:spPr>
        <p:txBody>
          <a:bodyPr wrap="none" rtlCol="0">
            <a:spAutoFit/>
          </a:bodyPr>
          <a:lstStyle/>
          <a:p>
            <a:pPr algn="l"/>
            <a:r>
              <a:rPr kumimoji="1" lang="ja-JP" altLang="en-US" sz="2400" dirty="0">
                <a:latin typeface="メイリオ" panose="020B0604030504040204" pitchFamily="50" charset="-128"/>
                <a:ea typeface="メイリオ" panose="020B0604030504040204" pitchFamily="50" charset="-128"/>
              </a:rPr>
              <a:t>マネジメントコンソール→すべてのサービス</a:t>
            </a:r>
          </a:p>
        </p:txBody>
      </p:sp>
    </p:spTree>
    <p:extLst>
      <p:ext uri="{BB962C8B-B14F-4D97-AF65-F5344CB8AC3E}">
        <p14:creationId xmlns:p14="http://schemas.microsoft.com/office/powerpoint/2010/main" val="42856253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図 2">
            <a:extLst>
              <a:ext uri="{FF2B5EF4-FFF2-40B4-BE49-F238E27FC236}">
                <a16:creationId xmlns:a16="http://schemas.microsoft.com/office/drawing/2014/main" id="{E5A24CF2-42EE-024D-A29A-113537EAE2AB}"/>
              </a:ext>
            </a:extLst>
          </p:cNvPr>
          <p:cNvPicPr>
            <a:picLocks noChangeAspect="1"/>
          </p:cNvPicPr>
          <p:nvPr/>
        </p:nvPicPr>
        <p:blipFill>
          <a:blip r:embed="rId2"/>
          <a:stretch>
            <a:fillRect/>
          </a:stretch>
        </p:blipFill>
        <p:spPr>
          <a:xfrm>
            <a:off x="950975" y="1060411"/>
            <a:ext cx="9325727" cy="5797589"/>
          </a:xfrm>
          <a:prstGeom prst="rect">
            <a:avLst/>
          </a:prstGeom>
        </p:spPr>
      </p:pic>
      <p:sp>
        <p:nvSpPr>
          <p:cNvPr id="5" name="テキスト ボックス 4">
            <a:extLst>
              <a:ext uri="{FF2B5EF4-FFF2-40B4-BE49-F238E27FC236}">
                <a16:creationId xmlns:a16="http://schemas.microsoft.com/office/drawing/2014/main" id="{48B79D44-E26F-476B-D4ED-3D4FDA0FA076}"/>
              </a:ext>
            </a:extLst>
          </p:cNvPr>
          <p:cNvSpPr txBox="1"/>
          <p:nvPr/>
        </p:nvSpPr>
        <p:spPr>
          <a:xfrm>
            <a:off x="950382" y="347472"/>
            <a:ext cx="4663456" cy="584775"/>
          </a:xfrm>
          <a:prstGeom prst="rect">
            <a:avLst/>
          </a:prstGeom>
          <a:noFill/>
        </p:spPr>
        <p:txBody>
          <a:bodyPr wrap="none" rtlCol="0">
            <a:spAutoFit/>
          </a:bodyPr>
          <a:lstStyle/>
          <a:p>
            <a:pPr algn="l"/>
            <a:r>
              <a:rPr kumimoji="1" lang="en-US" altLang="ja-JP" sz="3200" dirty="0">
                <a:latin typeface="メイリオ" panose="020B0604030504040204" pitchFamily="50" charset="-128"/>
                <a:ea typeface="メイリオ" panose="020B0604030504040204" pitchFamily="50" charset="-128"/>
              </a:rPr>
              <a:t>IAM</a:t>
            </a:r>
            <a:r>
              <a:rPr kumimoji="1" lang="ja-JP" altLang="en-US" sz="3200" dirty="0">
                <a:latin typeface="メイリオ" panose="020B0604030504040204" pitchFamily="50" charset="-128"/>
                <a:ea typeface="メイリオ" panose="020B0604030504040204" pitchFamily="50" charset="-128"/>
              </a:rPr>
              <a:t>によるログイン画面</a:t>
            </a:r>
          </a:p>
        </p:txBody>
      </p:sp>
    </p:spTree>
    <p:extLst>
      <p:ext uri="{BB962C8B-B14F-4D97-AF65-F5344CB8AC3E}">
        <p14:creationId xmlns:p14="http://schemas.microsoft.com/office/powerpoint/2010/main" val="18449973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47C50C17-76CF-0B11-2483-B9FD8F66089E}"/>
              </a:ext>
            </a:extLst>
          </p:cNvPr>
          <p:cNvSpPr txBox="1"/>
          <p:nvPr/>
        </p:nvSpPr>
        <p:spPr>
          <a:xfrm>
            <a:off x="1636776" y="2724912"/>
            <a:ext cx="5883342" cy="1569660"/>
          </a:xfrm>
          <a:prstGeom prst="rect">
            <a:avLst/>
          </a:prstGeom>
          <a:noFill/>
        </p:spPr>
        <p:txBody>
          <a:bodyPr wrap="none" rtlCol="0">
            <a:spAutoFit/>
          </a:bodyPr>
          <a:lstStyle/>
          <a:p>
            <a:r>
              <a:rPr lang="en-US" altLang="ja-JP" sz="2400" dirty="0"/>
              <a:t>IAM lec_uehara1 ~ 12</a:t>
            </a:r>
          </a:p>
          <a:p>
            <a:r>
              <a:rPr lang="en-US" altLang="ja-JP" sz="2400" dirty="0"/>
              <a:t>pass Lec_uehara1 </a:t>
            </a:r>
            <a:r>
              <a:rPr lang="ja-JP" altLang="en-US" sz="2400" dirty="0"/>
              <a:t>ルート　</a:t>
            </a:r>
            <a:r>
              <a:rPr lang="en-US" altLang="ja-JP" sz="2400" dirty="0"/>
              <a:t>IAM</a:t>
            </a:r>
            <a:r>
              <a:rPr lang="ja-JP" altLang="en-US" sz="2400" dirty="0"/>
              <a:t>初期パス</a:t>
            </a:r>
          </a:p>
          <a:p>
            <a:r>
              <a:rPr lang="en-US" altLang="ja-JP" sz="2400" dirty="0"/>
              <a:t>IAM</a:t>
            </a:r>
            <a:r>
              <a:rPr lang="ja-JP" altLang="en-US" sz="2400" dirty="0"/>
              <a:t>変更後パスは　</a:t>
            </a:r>
            <a:r>
              <a:rPr lang="en-US" altLang="ja-JP" sz="2400" dirty="0"/>
              <a:t>Lec_uehara0</a:t>
            </a:r>
          </a:p>
          <a:p>
            <a:pPr algn="l"/>
            <a:endParaRPr kumimoji="1" lang="ja-JP" altLang="en-US" sz="2400"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11886132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E60D3FCD-7D67-7BFF-7F6F-6A1AD45ECA4E}"/>
              </a:ext>
            </a:extLst>
          </p:cNvPr>
          <p:cNvSpPr txBox="1"/>
          <p:nvPr/>
        </p:nvSpPr>
        <p:spPr>
          <a:xfrm>
            <a:off x="0" y="548640"/>
            <a:ext cx="4698722" cy="584775"/>
          </a:xfrm>
          <a:prstGeom prst="rect">
            <a:avLst/>
          </a:prstGeom>
          <a:noFill/>
        </p:spPr>
        <p:txBody>
          <a:bodyPr wrap="none" rtlCol="0">
            <a:spAutoFit/>
          </a:bodyPr>
          <a:lstStyle/>
          <a:p>
            <a:pPr algn="l"/>
            <a:r>
              <a:rPr kumimoji="1" lang="ja-JP" altLang="en-US" sz="3200" dirty="0">
                <a:latin typeface="メイリオ" panose="020B0604030504040204" pitchFamily="50" charset="-128"/>
                <a:ea typeface="メイリオ" panose="020B0604030504040204" pitchFamily="50" charset="-128"/>
              </a:rPr>
              <a:t>マネジメントコンソール</a:t>
            </a:r>
          </a:p>
        </p:txBody>
      </p:sp>
      <p:pic>
        <p:nvPicPr>
          <p:cNvPr id="4" name="図 3">
            <a:extLst>
              <a:ext uri="{FF2B5EF4-FFF2-40B4-BE49-F238E27FC236}">
                <a16:creationId xmlns:a16="http://schemas.microsoft.com/office/drawing/2014/main" id="{2E9FFDB8-3395-82CD-115B-4BA2629619A5}"/>
              </a:ext>
            </a:extLst>
          </p:cNvPr>
          <p:cNvPicPr>
            <a:picLocks noChangeAspect="1"/>
          </p:cNvPicPr>
          <p:nvPr/>
        </p:nvPicPr>
        <p:blipFill>
          <a:blip r:embed="rId2"/>
          <a:stretch>
            <a:fillRect/>
          </a:stretch>
        </p:blipFill>
        <p:spPr>
          <a:xfrm>
            <a:off x="0" y="1420647"/>
            <a:ext cx="12192000" cy="5205425"/>
          </a:xfrm>
          <a:prstGeom prst="rect">
            <a:avLst/>
          </a:prstGeom>
        </p:spPr>
      </p:pic>
    </p:spTree>
    <p:extLst>
      <p:ext uri="{BB962C8B-B14F-4D97-AF65-F5344CB8AC3E}">
        <p14:creationId xmlns:p14="http://schemas.microsoft.com/office/powerpoint/2010/main" val="110236636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図 2">
            <a:extLst>
              <a:ext uri="{FF2B5EF4-FFF2-40B4-BE49-F238E27FC236}">
                <a16:creationId xmlns:a16="http://schemas.microsoft.com/office/drawing/2014/main" id="{07E71F0C-2C85-EB4B-2758-CA5AAAC1FC82}"/>
              </a:ext>
            </a:extLst>
          </p:cNvPr>
          <p:cNvPicPr>
            <a:picLocks noChangeAspect="1"/>
          </p:cNvPicPr>
          <p:nvPr/>
        </p:nvPicPr>
        <p:blipFill>
          <a:blip r:embed="rId2"/>
          <a:stretch>
            <a:fillRect/>
          </a:stretch>
        </p:blipFill>
        <p:spPr>
          <a:xfrm>
            <a:off x="585216" y="1077630"/>
            <a:ext cx="9057761" cy="5643210"/>
          </a:xfrm>
          <a:prstGeom prst="rect">
            <a:avLst/>
          </a:prstGeom>
        </p:spPr>
      </p:pic>
      <p:sp>
        <p:nvSpPr>
          <p:cNvPr id="4" name="テキスト ボックス 3">
            <a:extLst>
              <a:ext uri="{FF2B5EF4-FFF2-40B4-BE49-F238E27FC236}">
                <a16:creationId xmlns:a16="http://schemas.microsoft.com/office/drawing/2014/main" id="{1AB3240A-BEC9-F2B6-2855-E27A6A96919C}"/>
              </a:ext>
            </a:extLst>
          </p:cNvPr>
          <p:cNvSpPr txBox="1"/>
          <p:nvPr/>
        </p:nvSpPr>
        <p:spPr>
          <a:xfrm>
            <a:off x="585216" y="137160"/>
            <a:ext cx="2829236" cy="584775"/>
          </a:xfrm>
          <a:prstGeom prst="rect">
            <a:avLst/>
          </a:prstGeom>
          <a:noFill/>
        </p:spPr>
        <p:txBody>
          <a:bodyPr wrap="none" rtlCol="0">
            <a:spAutoFit/>
          </a:bodyPr>
          <a:lstStyle/>
          <a:p>
            <a:pPr algn="l"/>
            <a:r>
              <a:rPr kumimoji="1" lang="en-US" altLang="ja-JP" sz="3200" dirty="0">
                <a:latin typeface="メイリオ" panose="020B0604030504040204" pitchFamily="50" charset="-128"/>
                <a:ea typeface="メイリオ" panose="020B0604030504040204" pitchFamily="50" charset="-128"/>
              </a:rPr>
              <a:t>Athena</a:t>
            </a:r>
            <a:r>
              <a:rPr kumimoji="1" lang="ja-JP" altLang="en-US" sz="3200" dirty="0">
                <a:latin typeface="メイリオ" panose="020B0604030504040204" pitchFamily="50" charset="-128"/>
                <a:ea typeface="メイリオ" panose="020B0604030504040204" pitchFamily="50" charset="-128"/>
              </a:rPr>
              <a:t>の画面</a:t>
            </a:r>
          </a:p>
        </p:txBody>
      </p:sp>
      <p:sp>
        <p:nvSpPr>
          <p:cNvPr id="5" name="テキスト ボックス 4">
            <a:extLst>
              <a:ext uri="{FF2B5EF4-FFF2-40B4-BE49-F238E27FC236}">
                <a16:creationId xmlns:a16="http://schemas.microsoft.com/office/drawing/2014/main" id="{68C8DDFF-C8A5-3499-648A-BA5552B67F11}"/>
              </a:ext>
            </a:extLst>
          </p:cNvPr>
          <p:cNvSpPr txBox="1"/>
          <p:nvPr/>
        </p:nvSpPr>
        <p:spPr>
          <a:xfrm>
            <a:off x="585216" y="668950"/>
            <a:ext cx="7864653" cy="461665"/>
          </a:xfrm>
          <a:prstGeom prst="rect">
            <a:avLst/>
          </a:prstGeom>
          <a:noFill/>
        </p:spPr>
        <p:txBody>
          <a:bodyPr wrap="none" rtlCol="0">
            <a:spAutoFit/>
          </a:bodyPr>
          <a:lstStyle/>
          <a:p>
            <a:pPr algn="l"/>
            <a:r>
              <a:rPr kumimoji="1" lang="ja-JP" altLang="en-US" sz="2400" dirty="0">
                <a:latin typeface="メイリオ" panose="020B0604030504040204" pitchFamily="50" charset="-128"/>
                <a:ea typeface="メイリオ" panose="020B0604030504040204" pitchFamily="50" charset="-128"/>
              </a:rPr>
              <a:t>右ウインドウに</a:t>
            </a:r>
            <a:r>
              <a:rPr kumimoji="1" lang="en-US" altLang="ja-JP" sz="2400" dirty="0">
                <a:latin typeface="メイリオ" panose="020B0604030504040204" pitchFamily="50" charset="-128"/>
                <a:ea typeface="メイリオ" panose="020B0604030504040204" pitchFamily="50" charset="-128"/>
              </a:rPr>
              <a:t>SQL</a:t>
            </a:r>
            <a:r>
              <a:rPr kumimoji="1" lang="ja-JP" altLang="en-US" sz="2400" dirty="0">
                <a:latin typeface="メイリオ" panose="020B0604030504040204" pitchFamily="50" charset="-128"/>
                <a:ea typeface="メイリオ" panose="020B0604030504040204" pitchFamily="50" charset="-128"/>
              </a:rPr>
              <a:t>ベースの検索プログラムを記述する</a:t>
            </a:r>
          </a:p>
        </p:txBody>
      </p:sp>
    </p:spTree>
    <p:extLst>
      <p:ext uri="{BB962C8B-B14F-4D97-AF65-F5344CB8AC3E}">
        <p14:creationId xmlns:p14="http://schemas.microsoft.com/office/powerpoint/2010/main" val="235066149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49890AB8-35C7-1CF8-0D65-4F2F4C2A9498}"/>
              </a:ext>
            </a:extLst>
          </p:cNvPr>
          <p:cNvSpPr txBox="1"/>
          <p:nvPr/>
        </p:nvSpPr>
        <p:spPr>
          <a:xfrm>
            <a:off x="502920" y="1595021"/>
            <a:ext cx="6553782" cy="5262979"/>
          </a:xfrm>
          <a:prstGeom prst="rect">
            <a:avLst/>
          </a:prstGeom>
          <a:noFill/>
        </p:spPr>
        <p:txBody>
          <a:bodyPr wrap="none" rtlCol="0">
            <a:spAutoFit/>
          </a:bodyPr>
          <a:lstStyle/>
          <a:p>
            <a:r>
              <a:rPr lang="en-US" altLang="ja-JP" sz="2400" dirty="0">
                <a:latin typeface="メイリオ" panose="020B0604030504040204" pitchFamily="50" charset="-128"/>
                <a:ea typeface="メイリオ" panose="020B0604030504040204" pitchFamily="50" charset="-128"/>
              </a:rPr>
              <a:t>SELECT</a:t>
            </a:r>
          </a:p>
          <a:p>
            <a:r>
              <a:rPr lang="en-US" altLang="ja-JP" sz="2400" dirty="0">
                <a:latin typeface="メイリオ" panose="020B0604030504040204" pitchFamily="50" charset="-128"/>
                <a:ea typeface="メイリオ" panose="020B0604030504040204" pitchFamily="50" charset="-128"/>
              </a:rPr>
              <a:t>  </a:t>
            </a:r>
            <a:r>
              <a:rPr lang="en-US" altLang="ja-JP" sz="2400" dirty="0" err="1">
                <a:latin typeface="メイリオ" panose="020B0604030504040204" pitchFamily="50" charset="-128"/>
                <a:ea typeface="メイリオ" panose="020B0604030504040204" pitchFamily="50" charset="-128"/>
              </a:rPr>
              <a:t>url</a:t>
            </a:r>
            <a:r>
              <a:rPr lang="en-US" altLang="ja-JP" sz="2400" dirty="0">
                <a:latin typeface="メイリオ" panose="020B0604030504040204" pitchFamily="50" charset="-128"/>
                <a:ea typeface="メイリオ" panose="020B0604030504040204" pitchFamily="50" charset="-128"/>
              </a:rPr>
              <a:t>,</a:t>
            </a:r>
          </a:p>
          <a:p>
            <a:r>
              <a:rPr lang="en-US" altLang="ja-JP" sz="2400" dirty="0">
                <a:latin typeface="メイリオ" panose="020B0604030504040204" pitchFamily="50" charset="-128"/>
                <a:ea typeface="メイリオ" panose="020B0604030504040204" pitchFamily="50" charset="-128"/>
              </a:rPr>
              <a:t>  </a:t>
            </a:r>
            <a:r>
              <a:rPr lang="en-US" altLang="ja-JP" sz="2400" dirty="0" err="1">
                <a:latin typeface="メイリオ" panose="020B0604030504040204" pitchFamily="50" charset="-128"/>
                <a:ea typeface="メイリオ" panose="020B0604030504040204" pitchFamily="50" charset="-128"/>
              </a:rPr>
              <a:t>fetch_time</a:t>
            </a:r>
            <a:r>
              <a:rPr lang="en-US" altLang="ja-JP" sz="2400" dirty="0">
                <a:latin typeface="メイリオ" panose="020B0604030504040204" pitchFamily="50" charset="-128"/>
                <a:ea typeface="メイリオ" panose="020B0604030504040204" pitchFamily="50" charset="-128"/>
              </a:rPr>
              <a:t>,</a:t>
            </a:r>
          </a:p>
          <a:p>
            <a:r>
              <a:rPr lang="en-US" altLang="ja-JP" sz="2400" dirty="0">
                <a:latin typeface="メイリオ" panose="020B0604030504040204" pitchFamily="50" charset="-128"/>
                <a:ea typeface="メイリオ" panose="020B0604030504040204" pitchFamily="50" charset="-128"/>
              </a:rPr>
              <a:t>  </a:t>
            </a:r>
            <a:r>
              <a:rPr lang="en-US" altLang="ja-JP" sz="2400" dirty="0" err="1">
                <a:latin typeface="メイリオ" panose="020B0604030504040204" pitchFamily="50" charset="-128"/>
                <a:ea typeface="メイリオ" panose="020B0604030504040204" pitchFamily="50" charset="-128"/>
              </a:rPr>
              <a:t>content_mime_type</a:t>
            </a:r>
            <a:r>
              <a:rPr lang="en-US" altLang="ja-JP" sz="2400" dirty="0">
                <a:latin typeface="メイリオ" panose="020B0604030504040204" pitchFamily="50" charset="-128"/>
                <a:ea typeface="メイリオ" panose="020B0604030504040204" pitchFamily="50" charset="-128"/>
              </a:rPr>
              <a:t>,</a:t>
            </a:r>
          </a:p>
          <a:p>
            <a:r>
              <a:rPr lang="en-US" altLang="ja-JP" sz="2400" dirty="0">
                <a:latin typeface="メイリオ" panose="020B0604030504040204" pitchFamily="50" charset="-128"/>
                <a:ea typeface="メイリオ" panose="020B0604030504040204" pitchFamily="50" charset="-128"/>
              </a:rPr>
              <a:t>  </a:t>
            </a:r>
            <a:r>
              <a:rPr lang="en-US" altLang="ja-JP" sz="2400" dirty="0" err="1">
                <a:latin typeface="メイリオ" panose="020B0604030504040204" pitchFamily="50" charset="-128"/>
                <a:ea typeface="メイリオ" panose="020B0604030504040204" pitchFamily="50" charset="-128"/>
              </a:rPr>
              <a:t>warc_filename</a:t>
            </a:r>
            <a:r>
              <a:rPr lang="en-US" altLang="ja-JP" sz="2400" dirty="0">
                <a:latin typeface="メイリオ" panose="020B0604030504040204" pitchFamily="50" charset="-128"/>
                <a:ea typeface="メイリオ" panose="020B0604030504040204" pitchFamily="50" charset="-128"/>
              </a:rPr>
              <a:t>,</a:t>
            </a:r>
          </a:p>
          <a:p>
            <a:r>
              <a:rPr lang="en-US" altLang="ja-JP" sz="2400" dirty="0">
                <a:latin typeface="メイリオ" panose="020B0604030504040204" pitchFamily="50" charset="-128"/>
                <a:ea typeface="メイリオ" panose="020B0604030504040204" pitchFamily="50" charset="-128"/>
              </a:rPr>
              <a:t>  </a:t>
            </a:r>
            <a:r>
              <a:rPr lang="en-US" altLang="ja-JP" sz="2400" dirty="0" err="1">
                <a:latin typeface="メイリオ" panose="020B0604030504040204" pitchFamily="50" charset="-128"/>
                <a:ea typeface="メイリオ" panose="020B0604030504040204" pitchFamily="50" charset="-128"/>
              </a:rPr>
              <a:t>warc_record_offset</a:t>
            </a:r>
            <a:r>
              <a:rPr lang="en-US" altLang="ja-JP" sz="2400" dirty="0">
                <a:latin typeface="メイリオ" panose="020B0604030504040204" pitchFamily="50" charset="-128"/>
                <a:ea typeface="メイリオ" panose="020B0604030504040204" pitchFamily="50" charset="-128"/>
              </a:rPr>
              <a:t>,</a:t>
            </a:r>
          </a:p>
          <a:p>
            <a:r>
              <a:rPr lang="en-US" altLang="ja-JP" sz="2400" dirty="0">
                <a:latin typeface="メイリオ" panose="020B0604030504040204" pitchFamily="50" charset="-128"/>
                <a:ea typeface="メイリオ" panose="020B0604030504040204" pitchFamily="50" charset="-128"/>
              </a:rPr>
              <a:t>  </a:t>
            </a:r>
            <a:r>
              <a:rPr lang="en-US" altLang="ja-JP" sz="2400" dirty="0" err="1">
                <a:latin typeface="メイリオ" panose="020B0604030504040204" pitchFamily="50" charset="-128"/>
                <a:ea typeface="メイリオ" panose="020B0604030504040204" pitchFamily="50" charset="-128"/>
              </a:rPr>
              <a:t>warc_record_length</a:t>
            </a:r>
            <a:endParaRPr lang="en-US" altLang="ja-JP" sz="2400" dirty="0">
              <a:latin typeface="メイリオ" panose="020B0604030504040204" pitchFamily="50" charset="-128"/>
              <a:ea typeface="メイリオ" panose="020B0604030504040204" pitchFamily="50" charset="-128"/>
            </a:endParaRPr>
          </a:p>
          <a:p>
            <a:r>
              <a:rPr lang="en-US" altLang="ja-JP" sz="2400" dirty="0">
                <a:latin typeface="メイリオ" panose="020B0604030504040204" pitchFamily="50" charset="-128"/>
                <a:ea typeface="メイリオ" panose="020B0604030504040204" pitchFamily="50" charset="-128"/>
              </a:rPr>
              <a:t>FROM </a:t>
            </a:r>
            <a:r>
              <a:rPr lang="en-US" altLang="ja-JP" sz="2400" dirty="0" err="1">
                <a:latin typeface="メイリオ" panose="020B0604030504040204" pitchFamily="50" charset="-128"/>
                <a:ea typeface="メイリオ" panose="020B0604030504040204" pitchFamily="50" charset="-128"/>
              </a:rPr>
              <a:t>ccindex</a:t>
            </a:r>
            <a:endParaRPr lang="en-US" altLang="ja-JP" sz="2400" dirty="0">
              <a:latin typeface="メイリオ" panose="020B0604030504040204" pitchFamily="50" charset="-128"/>
              <a:ea typeface="メイリオ" panose="020B0604030504040204" pitchFamily="50" charset="-128"/>
            </a:endParaRPr>
          </a:p>
          <a:p>
            <a:r>
              <a:rPr lang="en-US" altLang="ja-JP" sz="2400" dirty="0">
                <a:latin typeface="メイリオ" panose="020B0604030504040204" pitchFamily="50" charset="-128"/>
                <a:ea typeface="メイリオ" panose="020B0604030504040204" pitchFamily="50" charset="-128"/>
              </a:rPr>
              <a:t>WHERE crawl = 'CC-MAIN-2018-13'</a:t>
            </a:r>
          </a:p>
          <a:p>
            <a:r>
              <a:rPr lang="en-US" altLang="ja-JP" sz="2400" dirty="0">
                <a:latin typeface="メイリオ" panose="020B0604030504040204" pitchFamily="50" charset="-128"/>
                <a:ea typeface="メイリオ" panose="020B0604030504040204" pitchFamily="50" charset="-128"/>
              </a:rPr>
              <a:t>  AND subset = '</a:t>
            </a:r>
            <a:r>
              <a:rPr lang="en-US" altLang="ja-JP" sz="2400" dirty="0" err="1">
                <a:latin typeface="メイリオ" panose="020B0604030504040204" pitchFamily="50" charset="-128"/>
                <a:ea typeface="メイリオ" panose="020B0604030504040204" pitchFamily="50" charset="-128"/>
              </a:rPr>
              <a:t>warc</a:t>
            </a:r>
            <a:r>
              <a:rPr lang="en-US" altLang="ja-JP" sz="2400" dirty="0">
                <a:latin typeface="メイリオ" panose="020B0604030504040204" pitchFamily="50" charset="-128"/>
                <a:ea typeface="メイリオ" panose="020B0604030504040204" pitchFamily="50" charset="-128"/>
              </a:rPr>
              <a:t>'</a:t>
            </a:r>
          </a:p>
          <a:p>
            <a:r>
              <a:rPr lang="en-US" altLang="ja-JP" sz="2400" dirty="0">
                <a:latin typeface="メイリオ" panose="020B0604030504040204" pitchFamily="50" charset="-128"/>
                <a:ea typeface="メイリオ" panose="020B0604030504040204" pitchFamily="50" charset="-128"/>
              </a:rPr>
              <a:t>  AND </a:t>
            </a:r>
            <a:r>
              <a:rPr lang="en-US" altLang="ja-JP" sz="2400" dirty="0" err="1">
                <a:latin typeface="メイリオ" panose="020B0604030504040204" pitchFamily="50" charset="-128"/>
                <a:ea typeface="メイリオ" panose="020B0604030504040204" pitchFamily="50" charset="-128"/>
              </a:rPr>
              <a:t>url</a:t>
            </a:r>
            <a:r>
              <a:rPr lang="en-US" altLang="ja-JP" sz="2400" dirty="0">
                <a:latin typeface="メイリオ" panose="020B0604030504040204" pitchFamily="50" charset="-128"/>
                <a:ea typeface="メイリオ" panose="020B0604030504040204" pitchFamily="50" charset="-128"/>
              </a:rPr>
              <a:t> LIKE '%amazon%'</a:t>
            </a:r>
          </a:p>
          <a:p>
            <a:r>
              <a:rPr lang="en-US" altLang="ja-JP" sz="2400" dirty="0">
                <a:latin typeface="メイリオ" panose="020B0604030504040204" pitchFamily="50" charset="-128"/>
                <a:ea typeface="メイリオ" panose="020B0604030504040204" pitchFamily="50" charset="-128"/>
              </a:rPr>
              <a:t>  AND </a:t>
            </a:r>
            <a:r>
              <a:rPr lang="en-US" altLang="ja-JP" sz="2400" dirty="0" err="1">
                <a:latin typeface="メイリオ" panose="020B0604030504040204" pitchFamily="50" charset="-128"/>
                <a:ea typeface="メイリオ" panose="020B0604030504040204" pitchFamily="50" charset="-128"/>
              </a:rPr>
              <a:t>fetch_status</a:t>
            </a:r>
            <a:r>
              <a:rPr lang="en-US" altLang="ja-JP" sz="2400" dirty="0">
                <a:latin typeface="メイリオ" panose="020B0604030504040204" pitchFamily="50" charset="-128"/>
                <a:ea typeface="メイリオ" panose="020B0604030504040204" pitchFamily="50" charset="-128"/>
              </a:rPr>
              <a:t> = 200</a:t>
            </a:r>
          </a:p>
          <a:p>
            <a:r>
              <a:rPr lang="en-US" altLang="ja-JP" sz="2400" dirty="0">
                <a:latin typeface="メイリオ" panose="020B0604030504040204" pitchFamily="50" charset="-128"/>
                <a:ea typeface="メイリオ" panose="020B0604030504040204" pitchFamily="50" charset="-128"/>
              </a:rPr>
              <a:t>  AND </a:t>
            </a:r>
            <a:r>
              <a:rPr lang="en-US" altLang="ja-JP" sz="2400" dirty="0" err="1">
                <a:latin typeface="メイリオ" panose="020B0604030504040204" pitchFamily="50" charset="-128"/>
                <a:ea typeface="メイリオ" panose="020B0604030504040204" pitchFamily="50" charset="-128"/>
              </a:rPr>
              <a:t>content_mime_type</a:t>
            </a:r>
            <a:r>
              <a:rPr lang="en-US" altLang="ja-JP" sz="2400" dirty="0">
                <a:latin typeface="メイリオ" panose="020B0604030504040204" pitchFamily="50" charset="-128"/>
                <a:ea typeface="メイリオ" panose="020B0604030504040204" pitchFamily="50" charset="-128"/>
              </a:rPr>
              <a:t> LIKE '%html%'</a:t>
            </a:r>
          </a:p>
          <a:p>
            <a:r>
              <a:rPr lang="en-US" altLang="ja-JP" sz="2400" dirty="0">
                <a:latin typeface="メイリオ" panose="020B0604030504040204" pitchFamily="50" charset="-128"/>
                <a:ea typeface="メイリオ" panose="020B0604030504040204" pitchFamily="50" charset="-128"/>
              </a:rPr>
              <a:t>LIMIT 50;</a:t>
            </a:r>
            <a:endParaRPr kumimoji="1" lang="ja-JP" altLang="en-US" sz="2400" dirty="0">
              <a:latin typeface="メイリオ" panose="020B0604030504040204" pitchFamily="50" charset="-128"/>
              <a:ea typeface="メイリオ" panose="020B0604030504040204" pitchFamily="50" charset="-128"/>
            </a:endParaRPr>
          </a:p>
        </p:txBody>
      </p:sp>
      <p:sp>
        <p:nvSpPr>
          <p:cNvPr id="3" name="テキスト ボックス 2">
            <a:extLst>
              <a:ext uri="{FF2B5EF4-FFF2-40B4-BE49-F238E27FC236}">
                <a16:creationId xmlns:a16="http://schemas.microsoft.com/office/drawing/2014/main" id="{4B4034DA-D88D-0A98-6D80-171892E1BAEF}"/>
              </a:ext>
            </a:extLst>
          </p:cNvPr>
          <p:cNvSpPr txBox="1"/>
          <p:nvPr/>
        </p:nvSpPr>
        <p:spPr>
          <a:xfrm>
            <a:off x="576073" y="321772"/>
            <a:ext cx="11192256" cy="1077218"/>
          </a:xfrm>
          <a:prstGeom prst="rect">
            <a:avLst/>
          </a:prstGeom>
          <a:noFill/>
        </p:spPr>
        <p:txBody>
          <a:bodyPr wrap="square" rtlCol="0">
            <a:spAutoFit/>
          </a:bodyPr>
          <a:lstStyle/>
          <a:p>
            <a:pPr algn="l"/>
            <a:r>
              <a:rPr kumimoji="1" lang="en-US" altLang="ja-JP" sz="3200" dirty="0">
                <a:latin typeface="メイリオ" panose="020B0604030504040204" pitchFamily="50" charset="-128"/>
                <a:ea typeface="メイリオ" panose="020B0604030504040204" pitchFamily="50" charset="-128"/>
              </a:rPr>
              <a:t>Common crawl </a:t>
            </a:r>
            <a:r>
              <a:rPr kumimoji="1" lang="ja-JP" altLang="en-US" sz="3200" dirty="0">
                <a:latin typeface="メイリオ" panose="020B0604030504040204" pitchFamily="50" charset="-128"/>
                <a:ea typeface="メイリオ" panose="020B0604030504040204" pitchFamily="50" charset="-128"/>
              </a:rPr>
              <a:t>の</a:t>
            </a:r>
            <a:r>
              <a:rPr kumimoji="1" lang="en-US" altLang="ja-JP" sz="3200" dirty="0">
                <a:latin typeface="メイリオ" panose="020B0604030504040204" pitchFamily="50" charset="-128"/>
                <a:ea typeface="メイリオ" panose="020B0604030504040204" pitchFamily="50" charset="-128"/>
              </a:rPr>
              <a:t>offset, record length</a:t>
            </a:r>
            <a:r>
              <a:rPr kumimoji="1" lang="ja-JP" altLang="en-US" sz="3200" dirty="0">
                <a:latin typeface="メイリオ" panose="020B0604030504040204" pitchFamily="50" charset="-128"/>
                <a:ea typeface="メイリオ" panose="020B0604030504040204" pitchFamily="50" charset="-128"/>
              </a:rPr>
              <a:t>を検索する</a:t>
            </a:r>
            <a:r>
              <a:rPr kumimoji="1" lang="en-US" altLang="ja-JP" sz="3200" dirty="0">
                <a:latin typeface="メイリオ" panose="020B0604030504040204" pitchFamily="50" charset="-128"/>
                <a:ea typeface="メイリオ" panose="020B0604030504040204" pitchFamily="50" charset="-128"/>
              </a:rPr>
              <a:t>Athena</a:t>
            </a:r>
            <a:r>
              <a:rPr kumimoji="1" lang="ja-JP" altLang="en-US" sz="3200" dirty="0">
                <a:latin typeface="メイリオ" panose="020B0604030504040204" pitchFamily="50" charset="-128"/>
                <a:ea typeface="メイリオ" panose="020B0604030504040204" pitchFamily="50" charset="-128"/>
              </a:rPr>
              <a:t>プログラム</a:t>
            </a:r>
          </a:p>
        </p:txBody>
      </p:sp>
      <p:sp>
        <p:nvSpPr>
          <p:cNvPr id="4" name="右中かっこ 3">
            <a:extLst>
              <a:ext uri="{FF2B5EF4-FFF2-40B4-BE49-F238E27FC236}">
                <a16:creationId xmlns:a16="http://schemas.microsoft.com/office/drawing/2014/main" id="{DA87CFA3-0004-028B-9C7A-11A1A3BFAE96}"/>
              </a:ext>
            </a:extLst>
          </p:cNvPr>
          <p:cNvSpPr/>
          <p:nvPr/>
        </p:nvSpPr>
        <p:spPr>
          <a:xfrm>
            <a:off x="4983480" y="1938528"/>
            <a:ext cx="448056" cy="2240280"/>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kumimoji="1" lang="ja-JP" altLang="en-US"/>
          </a:p>
        </p:txBody>
      </p:sp>
      <p:sp>
        <p:nvSpPr>
          <p:cNvPr id="5" name="テキスト ボックス 4">
            <a:extLst>
              <a:ext uri="{FF2B5EF4-FFF2-40B4-BE49-F238E27FC236}">
                <a16:creationId xmlns:a16="http://schemas.microsoft.com/office/drawing/2014/main" id="{F253ADA6-833F-E00E-97EA-9A788C6737EC}"/>
              </a:ext>
            </a:extLst>
          </p:cNvPr>
          <p:cNvSpPr txBox="1"/>
          <p:nvPr/>
        </p:nvSpPr>
        <p:spPr>
          <a:xfrm>
            <a:off x="5618677" y="2827835"/>
            <a:ext cx="4805483" cy="707886"/>
          </a:xfrm>
          <a:prstGeom prst="rect">
            <a:avLst/>
          </a:prstGeom>
          <a:noFill/>
        </p:spPr>
        <p:txBody>
          <a:bodyPr wrap="square" rtlCol="0">
            <a:spAutoFit/>
          </a:bodyPr>
          <a:lstStyle/>
          <a:p>
            <a:pPr algn="l"/>
            <a:r>
              <a:rPr lang="en-US" altLang="ja-JP" sz="2000" dirty="0">
                <a:latin typeface="メイリオ" panose="020B0604030504040204" pitchFamily="50" charset="-128"/>
                <a:ea typeface="メイリオ" panose="020B0604030504040204" pitchFamily="50" charset="-128"/>
              </a:rPr>
              <a:t>Common crawl</a:t>
            </a:r>
            <a:r>
              <a:rPr lang="ja-JP" altLang="en-US" sz="2000" dirty="0">
                <a:latin typeface="メイリオ" panose="020B0604030504040204" pitchFamily="50" charset="-128"/>
                <a:ea typeface="メイリオ" panose="020B0604030504040204" pitchFamily="50" charset="-128"/>
              </a:rPr>
              <a:t>データベースから取り出したい項目を指定</a:t>
            </a:r>
            <a:endParaRPr kumimoji="1" lang="ja-JP" altLang="en-US" sz="2000" dirty="0">
              <a:latin typeface="メイリオ" panose="020B0604030504040204" pitchFamily="50" charset="-128"/>
              <a:ea typeface="メイリオ" panose="020B0604030504040204" pitchFamily="50" charset="-128"/>
            </a:endParaRPr>
          </a:p>
        </p:txBody>
      </p:sp>
      <p:sp>
        <p:nvSpPr>
          <p:cNvPr id="6" name="矢印: 右 5">
            <a:extLst>
              <a:ext uri="{FF2B5EF4-FFF2-40B4-BE49-F238E27FC236}">
                <a16:creationId xmlns:a16="http://schemas.microsoft.com/office/drawing/2014/main" id="{07714CE7-A245-61A4-9269-6189C0840792}"/>
              </a:ext>
            </a:extLst>
          </p:cNvPr>
          <p:cNvSpPr/>
          <p:nvPr/>
        </p:nvSpPr>
        <p:spPr>
          <a:xfrm>
            <a:off x="6291072" y="4562856"/>
            <a:ext cx="320040" cy="40171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テキスト ボックス 6">
            <a:extLst>
              <a:ext uri="{FF2B5EF4-FFF2-40B4-BE49-F238E27FC236}">
                <a16:creationId xmlns:a16="http://schemas.microsoft.com/office/drawing/2014/main" id="{28D230DD-AB7A-3CFF-A22F-36CE092686E5}"/>
              </a:ext>
            </a:extLst>
          </p:cNvPr>
          <p:cNvSpPr txBox="1"/>
          <p:nvPr/>
        </p:nvSpPr>
        <p:spPr>
          <a:xfrm>
            <a:off x="6720841" y="3901136"/>
            <a:ext cx="5471159" cy="1323439"/>
          </a:xfrm>
          <a:prstGeom prst="rect">
            <a:avLst/>
          </a:prstGeom>
          <a:noFill/>
        </p:spPr>
        <p:txBody>
          <a:bodyPr wrap="square" rtlCol="0">
            <a:spAutoFit/>
          </a:bodyPr>
          <a:lstStyle/>
          <a:p>
            <a:pPr algn="l"/>
            <a:r>
              <a:rPr kumimoji="1" lang="en-US" altLang="ja-JP" sz="2000" b="1" u="sng" dirty="0">
                <a:latin typeface="メイリオ" panose="020B0604030504040204" pitchFamily="50" charset="-128"/>
                <a:ea typeface="メイリオ" panose="020B0604030504040204" pitchFamily="50" charset="-128"/>
              </a:rPr>
              <a:t>Common crawl </a:t>
            </a:r>
            <a:r>
              <a:rPr kumimoji="1" lang="ja-JP" altLang="en-US" sz="2000" b="1" u="sng" dirty="0">
                <a:latin typeface="メイリオ" panose="020B0604030504040204" pitchFamily="50" charset="-128"/>
                <a:ea typeface="メイリオ" panose="020B0604030504040204" pitchFamily="50" charset="-128"/>
              </a:rPr>
              <a:t>アーカイブから指定する</a:t>
            </a:r>
            <a:endParaRPr kumimoji="1" lang="en-US" altLang="ja-JP" sz="2000" b="1" u="sng" dirty="0">
              <a:latin typeface="メイリオ" panose="020B0604030504040204" pitchFamily="50" charset="-128"/>
              <a:ea typeface="メイリオ" panose="020B0604030504040204" pitchFamily="50" charset="-128"/>
            </a:endParaRPr>
          </a:p>
          <a:p>
            <a:pPr algn="l"/>
            <a:r>
              <a:rPr lang="ja-JP" altLang="en-US" sz="2000" dirty="0">
                <a:latin typeface="メイリオ" panose="020B0604030504040204" pitchFamily="50" charset="-128"/>
                <a:ea typeface="メイリオ" panose="020B0604030504040204" pitchFamily="50" charset="-128"/>
              </a:rPr>
              <a:t>：該当ファイルがどのデータベースにあるかは不明なので取り換えながら結果を見るしかない（</a:t>
            </a:r>
            <a:r>
              <a:rPr lang="en-US" altLang="ja-JP" sz="2000" dirty="0">
                <a:latin typeface="メイリオ" panose="020B0604030504040204" pitchFamily="50" charset="-128"/>
                <a:ea typeface="メイリオ" panose="020B0604030504040204" pitchFamily="50" charset="-128"/>
              </a:rPr>
              <a:t>4</a:t>
            </a:r>
            <a:r>
              <a:rPr lang="ja-JP" altLang="en-US" sz="2000" dirty="0">
                <a:latin typeface="メイリオ" panose="020B0604030504040204" pitchFamily="50" charset="-128"/>
                <a:ea typeface="メイリオ" panose="020B0604030504040204" pitchFamily="50" charset="-128"/>
              </a:rPr>
              <a:t>年分で世界を一巡するらしい）</a:t>
            </a:r>
            <a:endParaRPr kumimoji="1" lang="ja-JP" altLang="en-US" sz="2000" dirty="0">
              <a:latin typeface="メイリオ" panose="020B0604030504040204" pitchFamily="50" charset="-128"/>
              <a:ea typeface="メイリオ" panose="020B0604030504040204" pitchFamily="50" charset="-128"/>
            </a:endParaRPr>
          </a:p>
        </p:txBody>
      </p:sp>
      <p:sp>
        <p:nvSpPr>
          <p:cNvPr id="8" name="矢印: 右 7">
            <a:extLst>
              <a:ext uri="{FF2B5EF4-FFF2-40B4-BE49-F238E27FC236}">
                <a16:creationId xmlns:a16="http://schemas.microsoft.com/office/drawing/2014/main" id="{75BA0DDE-98B0-4763-95DA-5927B0DEB129}"/>
              </a:ext>
            </a:extLst>
          </p:cNvPr>
          <p:cNvSpPr/>
          <p:nvPr/>
        </p:nvSpPr>
        <p:spPr>
          <a:xfrm>
            <a:off x="2267712" y="6339632"/>
            <a:ext cx="310896" cy="39319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テキスト ボックス 8">
            <a:extLst>
              <a:ext uri="{FF2B5EF4-FFF2-40B4-BE49-F238E27FC236}">
                <a16:creationId xmlns:a16="http://schemas.microsoft.com/office/drawing/2014/main" id="{E69AAEE1-D90B-CABC-D6BC-136F9406985C}"/>
              </a:ext>
            </a:extLst>
          </p:cNvPr>
          <p:cNvSpPr txBox="1"/>
          <p:nvPr/>
        </p:nvSpPr>
        <p:spPr>
          <a:xfrm>
            <a:off x="2660904" y="6396335"/>
            <a:ext cx="8494633" cy="461665"/>
          </a:xfrm>
          <a:prstGeom prst="rect">
            <a:avLst/>
          </a:prstGeom>
          <a:noFill/>
        </p:spPr>
        <p:txBody>
          <a:bodyPr wrap="none" rtlCol="0">
            <a:spAutoFit/>
          </a:bodyPr>
          <a:lstStyle/>
          <a:p>
            <a:pPr algn="l"/>
            <a:r>
              <a:rPr kumimoji="1" lang="ja-JP" altLang="en-US" sz="2400" dirty="0">
                <a:latin typeface="メイリオ" panose="020B0604030504040204" pitchFamily="50" charset="-128"/>
                <a:ea typeface="メイリオ" panose="020B0604030504040204" pitchFamily="50" charset="-128"/>
              </a:rPr>
              <a:t>検索数リミット。おおきくすると膨大なデータを取得できる</a:t>
            </a:r>
          </a:p>
        </p:txBody>
      </p:sp>
      <p:sp>
        <p:nvSpPr>
          <p:cNvPr id="10" name="テキスト ボックス 9">
            <a:extLst>
              <a:ext uri="{FF2B5EF4-FFF2-40B4-BE49-F238E27FC236}">
                <a16:creationId xmlns:a16="http://schemas.microsoft.com/office/drawing/2014/main" id="{BA938B1E-A0C3-C0ED-43F8-068332920B1B}"/>
              </a:ext>
            </a:extLst>
          </p:cNvPr>
          <p:cNvSpPr txBox="1"/>
          <p:nvPr/>
        </p:nvSpPr>
        <p:spPr>
          <a:xfrm>
            <a:off x="5265420" y="5247962"/>
            <a:ext cx="6553782" cy="707886"/>
          </a:xfrm>
          <a:prstGeom prst="rect">
            <a:avLst/>
          </a:prstGeom>
          <a:noFill/>
        </p:spPr>
        <p:txBody>
          <a:bodyPr wrap="square" rtlCol="0">
            <a:spAutoFit/>
          </a:bodyPr>
          <a:lstStyle/>
          <a:p>
            <a:pPr algn="l"/>
            <a:r>
              <a:rPr kumimoji="1" lang="ja-JP" altLang="en-US" sz="2000" dirty="0">
                <a:latin typeface="メイリオ" panose="020B0604030504040204" pitchFamily="50" charset="-128"/>
                <a:ea typeface="メイリオ" panose="020B0604030504040204" pitchFamily="50" charset="-128"/>
              </a:rPr>
              <a:t>両サイドを</a:t>
            </a:r>
            <a:r>
              <a:rPr kumimoji="1" lang="en-US" altLang="ja-JP" sz="2000" dirty="0">
                <a:latin typeface="メイリオ" panose="020B0604030504040204" pitchFamily="50" charset="-128"/>
                <a:ea typeface="メイリオ" panose="020B0604030504040204" pitchFamily="50" charset="-128"/>
              </a:rPr>
              <a:t>%</a:t>
            </a:r>
            <a:r>
              <a:rPr kumimoji="1" lang="ja-JP" altLang="en-US" sz="2000" dirty="0">
                <a:latin typeface="メイリオ" panose="020B0604030504040204" pitchFamily="50" charset="-128"/>
                <a:ea typeface="メイリオ" panose="020B0604030504040204" pitchFamily="50" charset="-128"/>
              </a:rPr>
              <a:t>で挟むと</a:t>
            </a:r>
            <a:r>
              <a:rPr kumimoji="1" lang="en-US" altLang="ja-JP" sz="2000" dirty="0">
                <a:latin typeface="メイリオ" panose="020B0604030504040204" pitchFamily="50" charset="-128"/>
                <a:ea typeface="メイリオ" panose="020B0604030504040204" pitchFamily="50" charset="-128"/>
              </a:rPr>
              <a:t>amazon</a:t>
            </a:r>
            <a:r>
              <a:rPr kumimoji="1" lang="ja-JP" altLang="en-US" sz="2000" dirty="0">
                <a:latin typeface="メイリオ" panose="020B0604030504040204" pitchFamily="50" charset="-128"/>
                <a:ea typeface="メイリオ" panose="020B0604030504040204" pitchFamily="50" charset="-128"/>
              </a:rPr>
              <a:t>という文字列を含むすべてのドメインという意味になる</a:t>
            </a:r>
          </a:p>
        </p:txBody>
      </p:sp>
      <p:sp>
        <p:nvSpPr>
          <p:cNvPr id="11" name="矢印: 右 10">
            <a:extLst>
              <a:ext uri="{FF2B5EF4-FFF2-40B4-BE49-F238E27FC236}">
                <a16:creationId xmlns:a16="http://schemas.microsoft.com/office/drawing/2014/main" id="{5C6A9929-47A3-A253-D5ED-C4EBDDD617F6}"/>
              </a:ext>
            </a:extLst>
          </p:cNvPr>
          <p:cNvSpPr/>
          <p:nvPr/>
        </p:nvSpPr>
        <p:spPr>
          <a:xfrm>
            <a:off x="4945380" y="5286073"/>
            <a:ext cx="320040" cy="40171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02314236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テキスト ボックス 2">
            <a:extLst>
              <a:ext uri="{FF2B5EF4-FFF2-40B4-BE49-F238E27FC236}">
                <a16:creationId xmlns:a16="http://schemas.microsoft.com/office/drawing/2014/main" id="{6ACDAABA-F012-D700-8960-23F39D2C9D31}"/>
              </a:ext>
            </a:extLst>
          </p:cNvPr>
          <p:cNvSpPr txBox="1"/>
          <p:nvPr/>
        </p:nvSpPr>
        <p:spPr>
          <a:xfrm>
            <a:off x="409575" y="390525"/>
            <a:ext cx="1521570" cy="584775"/>
          </a:xfrm>
          <a:prstGeom prst="rect">
            <a:avLst/>
          </a:prstGeom>
          <a:noFill/>
        </p:spPr>
        <p:txBody>
          <a:bodyPr wrap="none" rtlCol="0">
            <a:spAutoFit/>
          </a:bodyPr>
          <a:lstStyle/>
          <a:p>
            <a:pPr algn="l"/>
            <a:r>
              <a:rPr kumimoji="1" lang="en-US" altLang="ja-JP" sz="3200" dirty="0">
                <a:latin typeface="メイリオ" panose="020B0604030504040204" pitchFamily="50" charset="-128"/>
                <a:ea typeface="メイリオ" panose="020B0604030504040204" pitchFamily="50" charset="-128"/>
              </a:rPr>
              <a:t>S3</a:t>
            </a:r>
            <a:r>
              <a:rPr kumimoji="1" lang="ja-JP" altLang="en-US" sz="3200" dirty="0">
                <a:latin typeface="メイリオ" panose="020B0604030504040204" pitchFamily="50" charset="-128"/>
                <a:ea typeface="メイリオ" panose="020B0604030504040204" pitchFamily="50" charset="-128"/>
              </a:rPr>
              <a:t>画面</a:t>
            </a:r>
          </a:p>
        </p:txBody>
      </p:sp>
      <p:sp>
        <p:nvSpPr>
          <p:cNvPr id="4" name="テキスト ボックス 3">
            <a:extLst>
              <a:ext uri="{FF2B5EF4-FFF2-40B4-BE49-F238E27FC236}">
                <a16:creationId xmlns:a16="http://schemas.microsoft.com/office/drawing/2014/main" id="{1C9DF86E-0613-106D-7D25-00E20D787186}"/>
              </a:ext>
            </a:extLst>
          </p:cNvPr>
          <p:cNvSpPr txBox="1"/>
          <p:nvPr/>
        </p:nvSpPr>
        <p:spPr>
          <a:xfrm>
            <a:off x="200025" y="902642"/>
            <a:ext cx="7617535" cy="461665"/>
          </a:xfrm>
          <a:prstGeom prst="rect">
            <a:avLst/>
          </a:prstGeom>
          <a:noFill/>
        </p:spPr>
        <p:txBody>
          <a:bodyPr wrap="none" rtlCol="0">
            <a:spAutoFit/>
          </a:bodyPr>
          <a:lstStyle/>
          <a:p>
            <a:pPr algn="l"/>
            <a:r>
              <a:rPr kumimoji="1" lang="en-US" altLang="ja-JP" sz="2400" dirty="0">
                <a:latin typeface="メイリオ" panose="020B0604030504040204" pitchFamily="50" charset="-128"/>
                <a:ea typeface="メイリオ" panose="020B0604030504040204" pitchFamily="50" charset="-128"/>
              </a:rPr>
              <a:t>Athena</a:t>
            </a:r>
            <a:r>
              <a:rPr kumimoji="1" lang="ja-JP" altLang="en-US" sz="2400" dirty="0">
                <a:latin typeface="メイリオ" panose="020B0604030504040204" pitchFamily="50" charset="-128"/>
                <a:ea typeface="メイリオ" panose="020B0604030504040204" pitchFamily="50" charset="-128"/>
              </a:rPr>
              <a:t>による</a:t>
            </a:r>
            <a:r>
              <a:rPr lang="en-US" altLang="ja-JP" sz="2400" dirty="0">
                <a:latin typeface="メイリオ" panose="020B0604030504040204" pitchFamily="50" charset="-128"/>
                <a:ea typeface="メイリオ" panose="020B0604030504040204" pitchFamily="50" charset="-128"/>
              </a:rPr>
              <a:t>common crawl</a:t>
            </a:r>
            <a:r>
              <a:rPr lang="ja-JP" altLang="en-US" sz="2400" dirty="0">
                <a:latin typeface="メイリオ" panose="020B0604030504040204" pitchFamily="50" charset="-128"/>
                <a:ea typeface="メイリオ" panose="020B0604030504040204" pitchFamily="50" charset="-128"/>
              </a:rPr>
              <a:t>検索結果が</a:t>
            </a:r>
            <a:r>
              <a:rPr lang="en-US" altLang="ja-JP" sz="2400" dirty="0">
                <a:latin typeface="メイリオ" panose="020B0604030504040204" pitchFamily="50" charset="-128"/>
                <a:ea typeface="メイリオ" panose="020B0604030504040204" pitchFamily="50" charset="-128"/>
              </a:rPr>
              <a:t>csv</a:t>
            </a:r>
            <a:r>
              <a:rPr lang="ja-JP" altLang="en-US" sz="2400" dirty="0">
                <a:latin typeface="メイリオ" panose="020B0604030504040204" pitchFamily="50" charset="-128"/>
                <a:ea typeface="メイリオ" panose="020B0604030504040204" pitchFamily="50" charset="-128"/>
              </a:rPr>
              <a:t>で見える</a:t>
            </a:r>
            <a:endParaRPr kumimoji="1" lang="ja-JP" altLang="en-US" sz="2400" dirty="0">
              <a:latin typeface="メイリオ" panose="020B0604030504040204" pitchFamily="50" charset="-128"/>
              <a:ea typeface="メイリオ" panose="020B0604030504040204" pitchFamily="50" charset="-128"/>
            </a:endParaRPr>
          </a:p>
        </p:txBody>
      </p:sp>
      <p:pic>
        <p:nvPicPr>
          <p:cNvPr id="6" name="図 5">
            <a:extLst>
              <a:ext uri="{FF2B5EF4-FFF2-40B4-BE49-F238E27FC236}">
                <a16:creationId xmlns:a16="http://schemas.microsoft.com/office/drawing/2014/main" id="{52673A08-6B18-2371-52FB-A561D5CEEB69}"/>
              </a:ext>
            </a:extLst>
          </p:cNvPr>
          <p:cNvPicPr>
            <a:picLocks noChangeAspect="1"/>
          </p:cNvPicPr>
          <p:nvPr/>
        </p:nvPicPr>
        <p:blipFill>
          <a:blip r:embed="rId2"/>
          <a:stretch>
            <a:fillRect/>
          </a:stretch>
        </p:blipFill>
        <p:spPr>
          <a:xfrm>
            <a:off x="76200" y="1364307"/>
            <a:ext cx="12192000" cy="5355911"/>
          </a:xfrm>
          <a:prstGeom prst="rect">
            <a:avLst/>
          </a:prstGeom>
        </p:spPr>
      </p:pic>
    </p:spTree>
    <p:extLst>
      <p:ext uri="{BB962C8B-B14F-4D97-AF65-F5344CB8AC3E}">
        <p14:creationId xmlns:p14="http://schemas.microsoft.com/office/powerpoint/2010/main" val="382528436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A4CC2163-4878-4DF1-AA1F-33526176CD78}"/>
              </a:ext>
            </a:extLst>
          </p:cNvPr>
          <p:cNvSpPr txBox="1"/>
          <p:nvPr/>
        </p:nvSpPr>
        <p:spPr>
          <a:xfrm>
            <a:off x="73152" y="118551"/>
            <a:ext cx="5557547" cy="584775"/>
          </a:xfrm>
          <a:prstGeom prst="rect">
            <a:avLst/>
          </a:prstGeom>
          <a:noFill/>
        </p:spPr>
        <p:txBody>
          <a:bodyPr wrap="none" rtlCol="0">
            <a:spAutoFit/>
          </a:bodyPr>
          <a:lstStyle/>
          <a:p>
            <a:pPr algn="l"/>
            <a:r>
              <a:rPr lang="en-US" altLang="ja-JP" sz="3200" dirty="0">
                <a:latin typeface="メイリオ" panose="020B0604030504040204" pitchFamily="50" charset="-128"/>
                <a:ea typeface="メイリオ" panose="020B0604030504040204" pitchFamily="50" charset="-128"/>
              </a:rPr>
              <a:t>Offset, record length</a:t>
            </a:r>
            <a:r>
              <a:rPr lang="ja-JP" altLang="en-US" sz="3200" dirty="0">
                <a:latin typeface="メイリオ" panose="020B0604030504040204" pitchFamily="50" charset="-128"/>
                <a:ea typeface="メイリオ" panose="020B0604030504040204" pitchFamily="50" charset="-128"/>
              </a:rPr>
              <a:t>を取得</a:t>
            </a:r>
            <a:endParaRPr kumimoji="1" lang="ja-JP" altLang="en-US" sz="3200" dirty="0">
              <a:latin typeface="メイリオ" panose="020B0604030504040204" pitchFamily="50" charset="-128"/>
              <a:ea typeface="メイリオ" panose="020B0604030504040204" pitchFamily="50" charset="-128"/>
            </a:endParaRPr>
          </a:p>
        </p:txBody>
      </p:sp>
      <p:sp>
        <p:nvSpPr>
          <p:cNvPr id="4" name="テキスト ボックス 3">
            <a:extLst>
              <a:ext uri="{FF2B5EF4-FFF2-40B4-BE49-F238E27FC236}">
                <a16:creationId xmlns:a16="http://schemas.microsoft.com/office/drawing/2014/main" id="{BFFABD3F-F8D5-4983-1217-355528BDB56B}"/>
              </a:ext>
            </a:extLst>
          </p:cNvPr>
          <p:cNvSpPr txBox="1"/>
          <p:nvPr/>
        </p:nvSpPr>
        <p:spPr>
          <a:xfrm>
            <a:off x="164591" y="581644"/>
            <a:ext cx="7445180" cy="1200329"/>
          </a:xfrm>
          <a:prstGeom prst="rect">
            <a:avLst/>
          </a:prstGeom>
          <a:noFill/>
        </p:spPr>
        <p:txBody>
          <a:bodyPr wrap="none" rtlCol="0">
            <a:spAutoFit/>
          </a:bodyPr>
          <a:lstStyle/>
          <a:p>
            <a:pPr marL="457200" indent="-457200" algn="l">
              <a:buFont typeface="+mj-lt"/>
              <a:buAutoNum type="arabicPeriod"/>
            </a:pPr>
            <a:r>
              <a:rPr kumimoji="1" lang="ja-JP" altLang="en-US" sz="2400" dirty="0">
                <a:latin typeface="メイリオ" panose="020B0604030504040204" pitchFamily="50" charset="-128"/>
                <a:ea typeface="メイリオ" panose="020B0604030504040204" pitchFamily="50" charset="-128"/>
              </a:rPr>
              <a:t>前ページの</a:t>
            </a:r>
            <a:r>
              <a:rPr kumimoji="1" lang="en-US" altLang="ja-JP" sz="2400" dirty="0">
                <a:latin typeface="メイリオ" panose="020B0604030504040204" pitchFamily="50" charset="-128"/>
                <a:ea typeface="メイリオ" panose="020B0604030504040204" pitchFamily="50" charset="-128"/>
              </a:rPr>
              <a:t>csv</a:t>
            </a:r>
            <a:r>
              <a:rPr kumimoji="1" lang="ja-JP" altLang="en-US" sz="2400" dirty="0">
                <a:latin typeface="メイリオ" panose="020B0604030504040204" pitchFamily="50" charset="-128"/>
                <a:ea typeface="メイリオ" panose="020B0604030504040204" pitchFamily="50" charset="-128"/>
              </a:rPr>
              <a:t>をダウンロード。</a:t>
            </a:r>
            <a:endParaRPr kumimoji="1" lang="en-US" altLang="ja-JP" sz="2400" dirty="0">
              <a:latin typeface="メイリオ" panose="020B0604030504040204" pitchFamily="50" charset="-128"/>
              <a:ea typeface="メイリオ" panose="020B0604030504040204" pitchFamily="50" charset="-128"/>
            </a:endParaRPr>
          </a:p>
          <a:p>
            <a:pPr marL="457200" indent="-457200">
              <a:buFont typeface="+mj-lt"/>
              <a:buAutoNum type="arabicPeriod"/>
            </a:pPr>
            <a:r>
              <a:rPr lang="ja-JP" altLang="en-US" sz="2400" dirty="0">
                <a:latin typeface="メイリオ" panose="020B0604030504040204" pitchFamily="50" charset="-128"/>
                <a:ea typeface="メイリオ" panose="020B0604030504040204" pitchFamily="50" charset="-128"/>
              </a:rPr>
              <a:t>開くと</a:t>
            </a:r>
            <a:r>
              <a:rPr lang="en-US" altLang="ja-JP" sz="2400" dirty="0">
                <a:latin typeface="メイリオ" panose="020B0604030504040204" pitchFamily="50" charset="-128"/>
                <a:ea typeface="メイリオ" panose="020B0604030504040204" pitchFamily="50" charset="-128"/>
              </a:rPr>
              <a:t>Offset, record length</a:t>
            </a:r>
            <a:r>
              <a:rPr lang="ja-JP" altLang="en-US" sz="2400" dirty="0">
                <a:latin typeface="メイリオ" panose="020B0604030504040204" pitchFamily="50" charset="-128"/>
                <a:ea typeface="メイリオ" panose="020B0604030504040204" pitchFamily="50" charset="-128"/>
              </a:rPr>
              <a:t>が書き込まれている</a:t>
            </a:r>
            <a:endParaRPr lang="en-US" altLang="ja-JP" sz="2400" dirty="0">
              <a:latin typeface="メイリオ" panose="020B0604030504040204" pitchFamily="50" charset="-128"/>
              <a:ea typeface="メイリオ" panose="020B0604030504040204" pitchFamily="50" charset="-128"/>
            </a:endParaRPr>
          </a:p>
          <a:p>
            <a:pPr marL="457200" indent="-457200">
              <a:buFont typeface="+mj-lt"/>
              <a:buAutoNum type="arabicPeriod"/>
            </a:pPr>
            <a:r>
              <a:rPr kumimoji="1" lang="en-US" altLang="ja-JP" sz="2400" dirty="0" err="1">
                <a:latin typeface="メイリオ" panose="020B0604030504040204" pitchFamily="50" charset="-128"/>
                <a:ea typeface="メイリオ" panose="020B0604030504040204" pitchFamily="50" charset="-128"/>
              </a:rPr>
              <a:t>Warc</a:t>
            </a:r>
            <a:r>
              <a:rPr kumimoji="1" lang="en-US" altLang="ja-JP" sz="2400" dirty="0">
                <a:latin typeface="メイリオ" panose="020B0604030504040204" pitchFamily="50" charset="-128"/>
                <a:ea typeface="メイリオ" panose="020B0604030504040204" pitchFamily="50" charset="-128"/>
              </a:rPr>
              <a:t> : common crawl</a:t>
            </a:r>
            <a:r>
              <a:rPr kumimoji="1" lang="ja-JP" altLang="en-US" sz="2400" dirty="0">
                <a:latin typeface="メイリオ" panose="020B0604030504040204" pitchFamily="50" charset="-128"/>
                <a:ea typeface="メイリオ" panose="020B0604030504040204" pitchFamily="50" charset="-128"/>
              </a:rPr>
              <a:t>のメインデータベース</a:t>
            </a:r>
          </a:p>
        </p:txBody>
      </p:sp>
      <p:pic>
        <p:nvPicPr>
          <p:cNvPr id="6" name="図 5">
            <a:extLst>
              <a:ext uri="{FF2B5EF4-FFF2-40B4-BE49-F238E27FC236}">
                <a16:creationId xmlns:a16="http://schemas.microsoft.com/office/drawing/2014/main" id="{6488C0D8-FC26-026E-BFF6-4B0E08302806}"/>
              </a:ext>
            </a:extLst>
          </p:cNvPr>
          <p:cNvPicPr>
            <a:picLocks noChangeAspect="1"/>
          </p:cNvPicPr>
          <p:nvPr/>
        </p:nvPicPr>
        <p:blipFill>
          <a:blip r:embed="rId2"/>
          <a:stretch>
            <a:fillRect/>
          </a:stretch>
        </p:blipFill>
        <p:spPr>
          <a:xfrm>
            <a:off x="0" y="2624006"/>
            <a:ext cx="12192000" cy="4115443"/>
          </a:xfrm>
          <a:prstGeom prst="rect">
            <a:avLst/>
          </a:prstGeom>
        </p:spPr>
      </p:pic>
      <p:sp>
        <p:nvSpPr>
          <p:cNvPr id="7" name="矢印: 右カーブ 6">
            <a:extLst>
              <a:ext uri="{FF2B5EF4-FFF2-40B4-BE49-F238E27FC236}">
                <a16:creationId xmlns:a16="http://schemas.microsoft.com/office/drawing/2014/main" id="{FF2E085F-9224-6CC4-8B35-15CC60D89E8E}"/>
              </a:ext>
            </a:extLst>
          </p:cNvPr>
          <p:cNvSpPr/>
          <p:nvPr/>
        </p:nvSpPr>
        <p:spPr>
          <a:xfrm rot="2446610">
            <a:off x="1241396" y="1938169"/>
            <a:ext cx="448056" cy="1530239"/>
          </a:xfrm>
          <a:prstGeom prst="curved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8" name="テキスト ボックス 7">
            <a:extLst>
              <a:ext uri="{FF2B5EF4-FFF2-40B4-BE49-F238E27FC236}">
                <a16:creationId xmlns:a16="http://schemas.microsoft.com/office/drawing/2014/main" id="{3CE41D19-B6EE-5197-6149-86637B27A705}"/>
              </a:ext>
            </a:extLst>
          </p:cNvPr>
          <p:cNvSpPr txBox="1"/>
          <p:nvPr/>
        </p:nvSpPr>
        <p:spPr>
          <a:xfrm>
            <a:off x="2066544" y="2127718"/>
            <a:ext cx="6585585" cy="461665"/>
          </a:xfrm>
          <a:prstGeom prst="rect">
            <a:avLst/>
          </a:prstGeom>
          <a:noFill/>
        </p:spPr>
        <p:txBody>
          <a:bodyPr wrap="none" rtlCol="0">
            <a:spAutoFit/>
          </a:bodyPr>
          <a:lstStyle/>
          <a:p>
            <a:pPr algn="l"/>
            <a:r>
              <a:rPr kumimoji="1" lang="ja-JP" altLang="en-US" sz="2400" dirty="0">
                <a:latin typeface="メイリオ" panose="020B0604030504040204" pitchFamily="50" charset="-128"/>
                <a:ea typeface="メイリオ" panose="020B0604030504040204" pitchFamily="50" charset="-128"/>
              </a:rPr>
              <a:t>必ず</a:t>
            </a:r>
            <a:r>
              <a:rPr kumimoji="1" lang="en-US" altLang="ja-JP" sz="2400" dirty="0">
                <a:latin typeface="メイリオ" panose="020B0604030504040204" pitchFamily="50" charset="-128"/>
                <a:ea typeface="メイリオ" panose="020B0604030504040204" pitchFamily="50" charset="-128"/>
              </a:rPr>
              <a:t>amazon</a:t>
            </a:r>
            <a:r>
              <a:rPr kumimoji="1" lang="ja-JP" altLang="en-US" sz="2400" dirty="0">
                <a:latin typeface="メイリオ" panose="020B0604030504040204" pitchFamily="50" charset="-128"/>
                <a:ea typeface="メイリオ" panose="020B0604030504040204" pitchFamily="50" charset="-128"/>
              </a:rPr>
              <a:t>という文字列が含まれている</a:t>
            </a:r>
            <a:r>
              <a:rPr kumimoji="1" lang="en-US" altLang="ja-JP" sz="2400" dirty="0">
                <a:latin typeface="メイリオ" panose="020B0604030504040204" pitchFamily="50" charset="-128"/>
                <a:ea typeface="メイリオ" panose="020B0604030504040204" pitchFamily="50" charset="-128"/>
              </a:rPr>
              <a:t>URL</a:t>
            </a:r>
            <a:endParaRPr kumimoji="1" lang="ja-JP" altLang="en-US" sz="2400"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140113862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365A282C-42D4-F4F2-2F52-17FD17AB5A23}"/>
              </a:ext>
            </a:extLst>
          </p:cNvPr>
          <p:cNvSpPr txBox="1"/>
          <p:nvPr/>
        </p:nvSpPr>
        <p:spPr>
          <a:xfrm>
            <a:off x="374904" y="493776"/>
            <a:ext cx="7017242" cy="584775"/>
          </a:xfrm>
          <a:prstGeom prst="rect">
            <a:avLst/>
          </a:prstGeom>
          <a:noFill/>
        </p:spPr>
        <p:txBody>
          <a:bodyPr wrap="none" rtlCol="0">
            <a:spAutoFit/>
          </a:bodyPr>
          <a:lstStyle/>
          <a:p>
            <a:pPr algn="l"/>
            <a:r>
              <a:rPr kumimoji="1" lang="en-US" altLang="ja-JP" sz="3200" dirty="0">
                <a:latin typeface="メイリオ" panose="020B0604030504040204" pitchFamily="50" charset="-128"/>
                <a:ea typeface="メイリオ" panose="020B0604030504040204" pitchFamily="50" charset="-128"/>
              </a:rPr>
              <a:t>Common crawl </a:t>
            </a:r>
            <a:r>
              <a:rPr kumimoji="1" lang="ja-JP" altLang="en-US" sz="3200" dirty="0">
                <a:latin typeface="メイリオ" panose="020B0604030504040204" pitchFamily="50" charset="-128"/>
                <a:ea typeface="メイリオ" panose="020B0604030504040204" pitchFamily="50" charset="-128"/>
              </a:rPr>
              <a:t>のデータベース構成</a:t>
            </a:r>
          </a:p>
        </p:txBody>
      </p:sp>
      <p:sp>
        <p:nvSpPr>
          <p:cNvPr id="3" name="テキスト ボックス 2">
            <a:extLst>
              <a:ext uri="{FF2B5EF4-FFF2-40B4-BE49-F238E27FC236}">
                <a16:creationId xmlns:a16="http://schemas.microsoft.com/office/drawing/2014/main" id="{3DB0652A-239B-1F2B-CBC8-70F83ADBCDA0}"/>
              </a:ext>
            </a:extLst>
          </p:cNvPr>
          <p:cNvSpPr txBox="1"/>
          <p:nvPr/>
        </p:nvSpPr>
        <p:spPr>
          <a:xfrm>
            <a:off x="3294126" y="2474893"/>
            <a:ext cx="4437561" cy="954107"/>
          </a:xfrm>
          <a:prstGeom prst="rect">
            <a:avLst/>
          </a:prstGeom>
          <a:noFill/>
        </p:spPr>
        <p:txBody>
          <a:bodyPr wrap="none" rtlCol="0">
            <a:spAutoFit/>
          </a:bodyPr>
          <a:lstStyle/>
          <a:p>
            <a:r>
              <a:rPr lang="en-US" altLang="ja-JP" sz="2800" b="1" dirty="0">
                <a:latin typeface="メイリオ" panose="020B0604030504040204" pitchFamily="50" charset="-128"/>
                <a:ea typeface="メイリオ" panose="020B0604030504040204" pitchFamily="50" charset="-128"/>
              </a:rPr>
              <a:t>WARC  (Web </a:t>
            </a:r>
            <a:r>
              <a:rPr lang="en-US" altLang="ja-JP" sz="2800" b="1" dirty="0" err="1">
                <a:latin typeface="メイリオ" panose="020B0604030504040204" pitchFamily="50" charset="-128"/>
                <a:ea typeface="メイリオ" panose="020B0604030504040204" pitchFamily="50" charset="-128"/>
              </a:rPr>
              <a:t>ARChive</a:t>
            </a:r>
            <a:r>
              <a:rPr lang="en-US" altLang="ja-JP" sz="2800" b="1" dirty="0">
                <a:latin typeface="メイリオ" panose="020B0604030504040204" pitchFamily="50" charset="-128"/>
                <a:ea typeface="メイリオ" panose="020B0604030504040204" pitchFamily="50" charset="-128"/>
              </a:rPr>
              <a:t>)</a:t>
            </a:r>
          </a:p>
          <a:p>
            <a:pPr algn="l"/>
            <a:endParaRPr kumimoji="1" lang="ja-JP" altLang="en-US" sz="28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6F1C2E84-04E1-4B12-399D-F4C3B17C01FA}"/>
              </a:ext>
            </a:extLst>
          </p:cNvPr>
          <p:cNvSpPr txBox="1"/>
          <p:nvPr/>
        </p:nvSpPr>
        <p:spPr>
          <a:xfrm>
            <a:off x="3727802" y="3033206"/>
            <a:ext cx="3570208" cy="461665"/>
          </a:xfrm>
          <a:prstGeom prst="rect">
            <a:avLst/>
          </a:prstGeom>
          <a:noFill/>
        </p:spPr>
        <p:txBody>
          <a:bodyPr wrap="none" rtlCol="0">
            <a:spAutoFit/>
          </a:bodyPr>
          <a:lstStyle/>
          <a:p>
            <a:pPr algn="l"/>
            <a:r>
              <a:rPr lang="ja-JP" altLang="en-US" sz="2400" dirty="0">
                <a:latin typeface="メイリオ" panose="020B0604030504040204" pitchFamily="50" charset="-128"/>
                <a:ea typeface="メイリオ" panose="020B0604030504040204" pitchFamily="50" charset="-128"/>
              </a:rPr>
              <a:t>フルセットデータベース</a:t>
            </a:r>
            <a:endParaRPr kumimoji="1" lang="ja-JP" altLang="en-US" sz="2400" dirty="0">
              <a:latin typeface="メイリオ" panose="020B0604030504040204" pitchFamily="50" charset="-128"/>
              <a:ea typeface="メイリオ" panose="020B0604030504040204" pitchFamily="50" charset="-128"/>
            </a:endParaRPr>
          </a:p>
        </p:txBody>
      </p:sp>
      <p:sp>
        <p:nvSpPr>
          <p:cNvPr id="6" name="テキスト ボックス 5">
            <a:extLst>
              <a:ext uri="{FF2B5EF4-FFF2-40B4-BE49-F238E27FC236}">
                <a16:creationId xmlns:a16="http://schemas.microsoft.com/office/drawing/2014/main" id="{9D4D3F92-CF81-5519-7819-B8A1EAD95FE6}"/>
              </a:ext>
            </a:extLst>
          </p:cNvPr>
          <p:cNvSpPr txBox="1"/>
          <p:nvPr/>
        </p:nvSpPr>
        <p:spPr>
          <a:xfrm>
            <a:off x="273558" y="4918044"/>
            <a:ext cx="5416868" cy="1200329"/>
          </a:xfrm>
          <a:prstGeom prst="rect">
            <a:avLst/>
          </a:prstGeom>
          <a:noFill/>
        </p:spPr>
        <p:txBody>
          <a:bodyPr wrap="none" rtlCol="0">
            <a:spAutoFit/>
          </a:bodyPr>
          <a:lstStyle/>
          <a:p>
            <a:r>
              <a:rPr lang="en-US" altLang="ja-JP" sz="2400" b="1" dirty="0">
                <a:latin typeface="メイリオ" panose="020B0604030504040204" pitchFamily="50" charset="-128"/>
                <a:ea typeface="メイリオ" panose="020B0604030504040204" pitchFamily="50" charset="-128"/>
              </a:rPr>
              <a:t>WAT </a:t>
            </a:r>
          </a:p>
          <a:p>
            <a:r>
              <a:rPr lang="en-US" altLang="ja-JP" sz="2400" b="1" dirty="0">
                <a:latin typeface="メイリオ" panose="020B0604030504040204" pitchFamily="50" charset="-128"/>
                <a:ea typeface="メイリオ" panose="020B0604030504040204" pitchFamily="50" charset="-128"/>
              </a:rPr>
              <a:t>(Web </a:t>
            </a:r>
            <a:r>
              <a:rPr lang="en-US" altLang="ja-JP" sz="2400" b="1" dirty="0" err="1">
                <a:latin typeface="メイリオ" panose="020B0604030504040204" pitchFamily="50" charset="-128"/>
                <a:ea typeface="メイリオ" panose="020B0604030504040204" pitchFamily="50" charset="-128"/>
              </a:rPr>
              <a:t>ARChive</a:t>
            </a:r>
            <a:r>
              <a:rPr lang="en-US" altLang="ja-JP" sz="2400" b="1" dirty="0">
                <a:latin typeface="メイリオ" panose="020B0604030504040204" pitchFamily="50" charset="-128"/>
                <a:ea typeface="メイリオ" panose="020B0604030504040204" pitchFamily="50" charset="-128"/>
              </a:rPr>
              <a:t> Time-stamp)</a:t>
            </a:r>
          </a:p>
          <a:p>
            <a:pPr algn="l"/>
            <a:r>
              <a:rPr kumimoji="1" lang="ja-JP" altLang="en-US" sz="2400" dirty="0">
                <a:latin typeface="メイリオ" panose="020B0604030504040204" pitchFamily="50" charset="-128"/>
                <a:ea typeface="メイリオ" panose="020B0604030504040204" pitchFamily="50" charset="-128"/>
              </a:rPr>
              <a:t>：リンク、メタデータのみのファイル</a:t>
            </a:r>
          </a:p>
        </p:txBody>
      </p:sp>
      <p:sp>
        <p:nvSpPr>
          <p:cNvPr id="7" name="テキスト ボックス 6">
            <a:extLst>
              <a:ext uri="{FF2B5EF4-FFF2-40B4-BE49-F238E27FC236}">
                <a16:creationId xmlns:a16="http://schemas.microsoft.com/office/drawing/2014/main" id="{97200501-F7C6-62F0-0334-9164D4580E39}"/>
              </a:ext>
            </a:extLst>
          </p:cNvPr>
          <p:cNvSpPr txBox="1"/>
          <p:nvPr/>
        </p:nvSpPr>
        <p:spPr>
          <a:xfrm>
            <a:off x="6305206" y="4708494"/>
            <a:ext cx="5801069" cy="1569660"/>
          </a:xfrm>
          <a:prstGeom prst="rect">
            <a:avLst/>
          </a:prstGeom>
          <a:noFill/>
        </p:spPr>
        <p:txBody>
          <a:bodyPr wrap="square" rtlCol="0">
            <a:spAutoFit/>
          </a:bodyPr>
          <a:lstStyle/>
          <a:p>
            <a:r>
              <a:rPr lang="en-US" altLang="ja-JP" sz="2400" b="1" dirty="0">
                <a:latin typeface="メイリオ" panose="020B0604030504040204" pitchFamily="50" charset="-128"/>
                <a:ea typeface="メイリオ" panose="020B0604030504040204" pitchFamily="50" charset="-128"/>
              </a:rPr>
              <a:t>WET</a:t>
            </a:r>
          </a:p>
          <a:p>
            <a:r>
              <a:rPr lang="en-US" altLang="ja-JP" sz="2400" b="1" dirty="0">
                <a:latin typeface="メイリオ" panose="020B0604030504040204" pitchFamily="50" charset="-128"/>
                <a:ea typeface="メイリオ" panose="020B0604030504040204" pitchFamily="50" charset="-128"/>
              </a:rPr>
              <a:t> (Web </a:t>
            </a:r>
            <a:r>
              <a:rPr lang="en-US" altLang="ja-JP" sz="2400" b="1" dirty="0" err="1">
                <a:latin typeface="メイリオ" panose="020B0604030504040204" pitchFamily="50" charset="-128"/>
                <a:ea typeface="メイリオ" panose="020B0604030504040204" pitchFamily="50" charset="-128"/>
              </a:rPr>
              <a:t>ARChive</a:t>
            </a:r>
            <a:r>
              <a:rPr lang="en-US" altLang="ja-JP" sz="2400" b="1" dirty="0">
                <a:latin typeface="メイリオ" panose="020B0604030504040204" pitchFamily="50" charset="-128"/>
                <a:ea typeface="メイリオ" panose="020B0604030504040204" pitchFamily="50" charset="-128"/>
              </a:rPr>
              <a:t> Extracted Text)</a:t>
            </a:r>
          </a:p>
          <a:p>
            <a:pPr algn="l"/>
            <a:r>
              <a:rPr kumimoji="1" lang="ja-JP" altLang="en-US" sz="2400" dirty="0">
                <a:latin typeface="メイリオ" panose="020B0604030504040204" pitchFamily="50" charset="-128"/>
                <a:ea typeface="メイリオ" panose="020B0604030504040204" pitchFamily="50" charset="-128"/>
              </a:rPr>
              <a:t>：タグを除いたテキストファイル（つまりスクレイピング済）</a:t>
            </a:r>
          </a:p>
        </p:txBody>
      </p:sp>
      <p:cxnSp>
        <p:nvCxnSpPr>
          <p:cNvPr id="9" name="コネクタ: カギ線 8">
            <a:extLst>
              <a:ext uri="{FF2B5EF4-FFF2-40B4-BE49-F238E27FC236}">
                <a16:creationId xmlns:a16="http://schemas.microsoft.com/office/drawing/2014/main" id="{E3264294-AE01-47F1-4EB5-BE5C9A0005E7}"/>
              </a:ext>
            </a:extLst>
          </p:cNvPr>
          <p:cNvCxnSpPr>
            <a:stCxn id="5" idx="2"/>
            <a:endCxn id="6" idx="0"/>
          </p:cNvCxnSpPr>
          <p:nvPr/>
        </p:nvCxnSpPr>
        <p:spPr>
          <a:xfrm rot="5400000">
            <a:off x="3535863" y="2941000"/>
            <a:ext cx="1423173" cy="2530914"/>
          </a:xfrm>
          <a:prstGeom prst="bentConnector3">
            <a:avLst/>
          </a:prstGeom>
          <a:ln w="38100">
            <a:solidFill>
              <a:schemeClr val="tx1"/>
            </a:solidFill>
            <a:tailEnd type="triangle"/>
          </a:ln>
        </p:spPr>
        <p:style>
          <a:lnRef idx="3">
            <a:schemeClr val="dk1"/>
          </a:lnRef>
          <a:fillRef idx="0">
            <a:schemeClr val="dk1"/>
          </a:fillRef>
          <a:effectRef idx="2">
            <a:schemeClr val="dk1"/>
          </a:effectRef>
          <a:fontRef idx="minor">
            <a:schemeClr val="tx1"/>
          </a:fontRef>
        </p:style>
      </p:cxnSp>
      <p:cxnSp>
        <p:nvCxnSpPr>
          <p:cNvPr id="10" name="コネクタ: カギ線 9">
            <a:extLst>
              <a:ext uri="{FF2B5EF4-FFF2-40B4-BE49-F238E27FC236}">
                <a16:creationId xmlns:a16="http://schemas.microsoft.com/office/drawing/2014/main" id="{9870AB3B-2FEA-C0CB-CB5F-E2A7E830399A}"/>
              </a:ext>
            </a:extLst>
          </p:cNvPr>
          <p:cNvCxnSpPr>
            <a:cxnSpLocks/>
            <a:stCxn id="5" idx="2"/>
            <a:endCxn id="7" idx="0"/>
          </p:cNvCxnSpPr>
          <p:nvPr/>
        </p:nvCxnSpPr>
        <p:spPr>
          <a:xfrm rot="16200000" flipH="1">
            <a:off x="6752512" y="2255264"/>
            <a:ext cx="1213623" cy="3692835"/>
          </a:xfrm>
          <a:prstGeom prst="bentConnector3">
            <a:avLst>
              <a:gd name="adj1" fmla="val 58633"/>
            </a:avLst>
          </a:prstGeom>
          <a:ln w="38100">
            <a:solidFill>
              <a:schemeClr val="tx1"/>
            </a:solidFill>
            <a:tailEnd type="triangle"/>
          </a:ln>
        </p:spPr>
        <p:style>
          <a:lnRef idx="3">
            <a:schemeClr val="dk1"/>
          </a:lnRef>
          <a:fillRef idx="0">
            <a:schemeClr val="dk1"/>
          </a:fillRef>
          <a:effectRef idx="2">
            <a:schemeClr val="dk1"/>
          </a:effectRef>
          <a:fontRef idx="minor">
            <a:schemeClr val="tx1"/>
          </a:fontRef>
        </p:style>
      </p:cxnSp>
      <p:sp>
        <p:nvSpPr>
          <p:cNvPr id="14" name="テキスト ボックス 13">
            <a:extLst>
              <a:ext uri="{FF2B5EF4-FFF2-40B4-BE49-F238E27FC236}">
                <a16:creationId xmlns:a16="http://schemas.microsoft.com/office/drawing/2014/main" id="{C62079B8-622B-86A1-ECDE-E1EC96ED4163}"/>
              </a:ext>
            </a:extLst>
          </p:cNvPr>
          <p:cNvSpPr txBox="1"/>
          <p:nvPr/>
        </p:nvSpPr>
        <p:spPr>
          <a:xfrm>
            <a:off x="514350" y="1304925"/>
            <a:ext cx="6709657" cy="461665"/>
          </a:xfrm>
          <a:prstGeom prst="rect">
            <a:avLst/>
          </a:prstGeom>
          <a:noFill/>
        </p:spPr>
        <p:txBody>
          <a:bodyPr wrap="none" rtlCol="0">
            <a:spAutoFit/>
          </a:bodyPr>
          <a:lstStyle/>
          <a:p>
            <a:r>
              <a:rPr lang="en-US" altLang="ja-JP" sz="2400" dirty="0">
                <a:latin typeface="メイリオ" panose="020B0604030504040204" pitchFamily="50" charset="-128"/>
                <a:ea typeface="メイリオ" panose="020B0604030504040204" pitchFamily="50" charset="-128"/>
              </a:rPr>
              <a:t>WARC</a:t>
            </a:r>
            <a:r>
              <a:rPr lang="ja-JP" altLang="en-US" sz="2400" dirty="0">
                <a:latin typeface="メイリオ" panose="020B0604030504040204" pitchFamily="50" charset="-128"/>
                <a:ea typeface="メイリオ" panose="020B0604030504040204" pitchFamily="50" charset="-128"/>
              </a:rPr>
              <a:t>をメインとして派生データベースが２つ</a:t>
            </a:r>
            <a:endParaRPr lang="en-US" altLang="ja-JP" sz="2400" dirty="0">
              <a:latin typeface="メイリオ" panose="020B0604030504040204" pitchFamily="50" charset="-128"/>
              <a:ea typeface="メイリオ" panose="020B0604030504040204" pitchFamily="50" charset="-128"/>
            </a:endParaRPr>
          </a:p>
        </p:txBody>
      </p:sp>
      <p:sp>
        <p:nvSpPr>
          <p:cNvPr id="15" name="テキスト ボックス 14">
            <a:extLst>
              <a:ext uri="{FF2B5EF4-FFF2-40B4-BE49-F238E27FC236}">
                <a16:creationId xmlns:a16="http://schemas.microsoft.com/office/drawing/2014/main" id="{D21B998B-8487-AA3B-FC39-2A5DBCF2752E}"/>
              </a:ext>
            </a:extLst>
          </p:cNvPr>
          <p:cNvSpPr txBox="1"/>
          <p:nvPr/>
        </p:nvSpPr>
        <p:spPr>
          <a:xfrm>
            <a:off x="374904" y="6230825"/>
            <a:ext cx="8283358" cy="830997"/>
          </a:xfrm>
          <a:prstGeom prst="rect">
            <a:avLst/>
          </a:prstGeom>
          <a:noFill/>
        </p:spPr>
        <p:txBody>
          <a:bodyPr wrap="none" rtlCol="0">
            <a:spAutoFit/>
          </a:bodyPr>
          <a:lstStyle/>
          <a:p>
            <a:r>
              <a:rPr lang="en-US" altLang="ja-JP" sz="2400" dirty="0">
                <a:latin typeface="メイリオ" panose="020B0604030504040204" pitchFamily="50" charset="-128"/>
                <a:ea typeface="メイリオ" panose="020B0604030504040204" pitchFamily="50" charset="-128"/>
                <a:hlinkClick r:id="rId2"/>
              </a:rPr>
              <a:t>https://note.com/kan_hatakeyama/n/nf5b102271f82</a:t>
            </a:r>
            <a:endParaRPr lang="en-US" altLang="ja-JP" sz="2400" dirty="0">
              <a:latin typeface="メイリオ" panose="020B0604030504040204" pitchFamily="50" charset="-128"/>
              <a:ea typeface="メイリオ" panose="020B0604030504040204" pitchFamily="50" charset="-128"/>
            </a:endParaRPr>
          </a:p>
          <a:p>
            <a:endParaRPr kumimoji="1" lang="ja-JP" altLang="en-US" sz="2400"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365778108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A6A228E4-ADCF-0874-3B17-7EE791E0F2E9}"/>
              </a:ext>
            </a:extLst>
          </p:cNvPr>
          <p:cNvSpPr txBox="1"/>
          <p:nvPr/>
        </p:nvSpPr>
        <p:spPr>
          <a:xfrm>
            <a:off x="666750" y="495300"/>
            <a:ext cx="7288149" cy="584775"/>
          </a:xfrm>
          <a:prstGeom prst="rect">
            <a:avLst/>
          </a:prstGeom>
          <a:noFill/>
        </p:spPr>
        <p:txBody>
          <a:bodyPr wrap="none" rtlCol="0">
            <a:spAutoFit/>
          </a:bodyPr>
          <a:lstStyle/>
          <a:p>
            <a:pPr algn="l"/>
            <a:r>
              <a:rPr kumimoji="1" lang="en-US" altLang="ja-JP" sz="3200" dirty="0">
                <a:latin typeface="メイリオ" panose="020B0604030504040204" pitchFamily="50" charset="-128"/>
                <a:ea typeface="メイリオ" panose="020B0604030504040204" pitchFamily="50" charset="-128"/>
              </a:rPr>
              <a:t>Common crawl</a:t>
            </a:r>
            <a:r>
              <a:rPr kumimoji="1" lang="ja-JP" altLang="en-US" sz="3200" dirty="0">
                <a:latin typeface="メイリオ" panose="020B0604030504040204" pitchFamily="50" charset="-128"/>
                <a:ea typeface="メイリオ" panose="020B0604030504040204" pitchFamily="50" charset="-128"/>
              </a:rPr>
              <a:t>からデータ本体を取得</a:t>
            </a:r>
          </a:p>
        </p:txBody>
      </p:sp>
      <p:sp>
        <p:nvSpPr>
          <p:cNvPr id="3" name="テキスト ボックス 2">
            <a:extLst>
              <a:ext uri="{FF2B5EF4-FFF2-40B4-BE49-F238E27FC236}">
                <a16:creationId xmlns:a16="http://schemas.microsoft.com/office/drawing/2014/main" id="{C7D1F8F4-20D3-A154-0644-5A9BEE977C23}"/>
              </a:ext>
            </a:extLst>
          </p:cNvPr>
          <p:cNvSpPr txBox="1"/>
          <p:nvPr/>
        </p:nvSpPr>
        <p:spPr>
          <a:xfrm>
            <a:off x="790575" y="1080075"/>
            <a:ext cx="10497425" cy="1569660"/>
          </a:xfrm>
          <a:prstGeom prst="rect">
            <a:avLst/>
          </a:prstGeom>
          <a:noFill/>
        </p:spPr>
        <p:txBody>
          <a:bodyPr wrap="none" rtlCol="0">
            <a:spAutoFit/>
          </a:bodyPr>
          <a:lstStyle/>
          <a:p>
            <a:pPr marL="457200" indent="-457200" algn="l">
              <a:buFont typeface="+mj-lt"/>
              <a:buAutoNum type="arabicPeriod"/>
            </a:pPr>
            <a:r>
              <a:rPr kumimoji="1" lang="en-US" altLang="ja-JP" sz="2400" dirty="0">
                <a:latin typeface="メイリオ" panose="020B0604030504040204" pitchFamily="50" charset="-128"/>
                <a:ea typeface="メイリオ" panose="020B0604030504040204" pitchFamily="50" charset="-128"/>
              </a:rPr>
              <a:t>Csv</a:t>
            </a:r>
            <a:r>
              <a:rPr kumimoji="1" lang="ja-JP" altLang="en-US" sz="2400" dirty="0">
                <a:latin typeface="メイリオ" panose="020B0604030504040204" pitchFamily="50" charset="-128"/>
                <a:ea typeface="メイリオ" panose="020B0604030504040204" pitchFamily="50" charset="-128"/>
              </a:rPr>
              <a:t>には該当データ毎の位置情報しか書き込まれてない</a:t>
            </a:r>
            <a:endParaRPr kumimoji="1" lang="en-US" altLang="ja-JP" sz="2400" dirty="0">
              <a:latin typeface="メイリオ" panose="020B0604030504040204" pitchFamily="50" charset="-128"/>
              <a:ea typeface="メイリオ" panose="020B0604030504040204" pitchFamily="50" charset="-128"/>
            </a:endParaRPr>
          </a:p>
          <a:p>
            <a:pPr marL="457200" indent="-457200" algn="l">
              <a:buFont typeface="+mj-lt"/>
              <a:buAutoNum type="arabicPeriod"/>
            </a:pPr>
            <a:r>
              <a:rPr lang="ja-JP" altLang="en-US" sz="2400" dirty="0">
                <a:latin typeface="メイリオ" panose="020B0604030504040204" pitchFamily="50" charset="-128"/>
                <a:ea typeface="メイリオ" panose="020B0604030504040204" pitchFamily="50" charset="-128"/>
              </a:rPr>
              <a:t>位置情報を使って、</a:t>
            </a:r>
            <a:r>
              <a:rPr lang="en-US" altLang="ja-JP" sz="2400" dirty="0">
                <a:latin typeface="メイリオ" panose="020B0604030504040204" pitchFamily="50" charset="-128"/>
                <a:ea typeface="メイリオ" panose="020B0604030504040204" pitchFamily="50" charset="-128"/>
              </a:rPr>
              <a:t>WARC</a:t>
            </a:r>
            <a:r>
              <a:rPr lang="ja-JP" altLang="en-US" sz="2400" dirty="0">
                <a:latin typeface="メイリオ" panose="020B0604030504040204" pitchFamily="50" charset="-128"/>
                <a:ea typeface="メイリオ" panose="020B0604030504040204" pitchFamily="50" charset="-128"/>
              </a:rPr>
              <a:t>の該当位置にあるコンテンツ本体を取り出す</a:t>
            </a:r>
            <a:endParaRPr lang="en-US" altLang="ja-JP" sz="2400" dirty="0">
              <a:latin typeface="メイリオ" panose="020B0604030504040204" pitchFamily="50" charset="-128"/>
              <a:ea typeface="メイリオ" panose="020B0604030504040204" pitchFamily="50" charset="-128"/>
            </a:endParaRPr>
          </a:p>
          <a:p>
            <a:pPr marL="457200" indent="-457200" algn="l">
              <a:buFont typeface="+mj-lt"/>
              <a:buAutoNum type="arabicPeriod"/>
            </a:pPr>
            <a:r>
              <a:rPr kumimoji="1" lang="ja-JP" altLang="en-US" sz="2400" dirty="0">
                <a:latin typeface="メイリオ" panose="020B0604030504040204" pitchFamily="50" charset="-128"/>
                <a:ea typeface="メイリオ" panose="020B0604030504040204" pitchFamily="50" charset="-128"/>
              </a:rPr>
              <a:t>ダイレクトにコンテンツにアクセスるため検索不要。</a:t>
            </a:r>
            <a:endParaRPr kumimoji="1" lang="en-US" altLang="ja-JP" sz="2400" dirty="0">
              <a:latin typeface="メイリオ" panose="020B0604030504040204" pitchFamily="50" charset="-128"/>
              <a:ea typeface="メイリオ" panose="020B0604030504040204" pitchFamily="50" charset="-128"/>
            </a:endParaRPr>
          </a:p>
          <a:p>
            <a:pPr marL="457200" indent="-457200" algn="l">
              <a:buFont typeface="+mj-lt"/>
              <a:buAutoNum type="arabicPeriod"/>
            </a:pPr>
            <a:r>
              <a:rPr lang="ja-JP" altLang="en-US" sz="2400" dirty="0">
                <a:latin typeface="メイリオ" panose="020B0604030504040204" pitchFamily="50" charset="-128"/>
                <a:ea typeface="メイリオ" panose="020B0604030504040204" pitchFamily="50" charset="-128"/>
              </a:rPr>
              <a:t>ネットを介して通常の</a:t>
            </a:r>
            <a:r>
              <a:rPr lang="en-US" altLang="ja-JP" sz="2400" dirty="0">
                <a:latin typeface="メイリオ" panose="020B0604030504040204" pitchFamily="50" charset="-128"/>
                <a:ea typeface="メイリオ" panose="020B0604030504040204" pitchFamily="50" charset="-128"/>
              </a:rPr>
              <a:t>python</a:t>
            </a:r>
            <a:r>
              <a:rPr lang="ja-JP" altLang="en-US" sz="2400" dirty="0">
                <a:latin typeface="メイリオ" panose="020B0604030504040204" pitchFamily="50" charset="-128"/>
                <a:ea typeface="メイリオ" panose="020B0604030504040204" pitchFamily="50" charset="-128"/>
              </a:rPr>
              <a:t>プログラミングで収集できる</a:t>
            </a:r>
            <a:endParaRPr kumimoji="1" lang="ja-JP" altLang="en-US" sz="2400" dirty="0">
              <a:latin typeface="メイリオ" panose="020B0604030504040204" pitchFamily="50" charset="-128"/>
              <a:ea typeface="メイリオ" panose="020B0604030504040204" pitchFamily="50" charset="-128"/>
            </a:endParaRPr>
          </a:p>
        </p:txBody>
      </p:sp>
      <p:sp>
        <p:nvSpPr>
          <p:cNvPr id="4" name="テキスト ボックス 3">
            <a:extLst>
              <a:ext uri="{FF2B5EF4-FFF2-40B4-BE49-F238E27FC236}">
                <a16:creationId xmlns:a16="http://schemas.microsoft.com/office/drawing/2014/main" id="{90583236-22EB-6BB6-0D32-A1CB71B33AFE}"/>
              </a:ext>
            </a:extLst>
          </p:cNvPr>
          <p:cNvSpPr txBox="1"/>
          <p:nvPr/>
        </p:nvSpPr>
        <p:spPr>
          <a:xfrm>
            <a:off x="666750" y="3495675"/>
            <a:ext cx="2031325" cy="461665"/>
          </a:xfrm>
          <a:prstGeom prst="rect">
            <a:avLst/>
          </a:prstGeom>
          <a:noFill/>
        </p:spPr>
        <p:txBody>
          <a:bodyPr wrap="none" rtlCol="0">
            <a:spAutoFit/>
          </a:bodyPr>
          <a:lstStyle/>
          <a:p>
            <a:pPr algn="l"/>
            <a:r>
              <a:rPr kumimoji="1" lang="ja-JP" altLang="en-US" sz="2400" dirty="0">
                <a:latin typeface="メイリオ" panose="020B0604030504040204" pitchFamily="50" charset="-128"/>
                <a:ea typeface="メイリオ" panose="020B0604030504040204" pitchFamily="50" charset="-128"/>
              </a:rPr>
              <a:t>ソースコード</a:t>
            </a:r>
          </a:p>
        </p:txBody>
      </p:sp>
      <p:sp>
        <p:nvSpPr>
          <p:cNvPr id="5" name="テキスト ボックス 4">
            <a:extLst>
              <a:ext uri="{FF2B5EF4-FFF2-40B4-BE49-F238E27FC236}">
                <a16:creationId xmlns:a16="http://schemas.microsoft.com/office/drawing/2014/main" id="{3D5627CE-E3E2-6BE8-2E17-772016B27A84}"/>
              </a:ext>
            </a:extLst>
          </p:cNvPr>
          <p:cNvSpPr txBox="1"/>
          <p:nvPr/>
        </p:nvSpPr>
        <p:spPr>
          <a:xfrm>
            <a:off x="790575" y="4057650"/>
            <a:ext cx="6353791" cy="461665"/>
          </a:xfrm>
          <a:prstGeom prst="rect">
            <a:avLst/>
          </a:prstGeom>
          <a:noFill/>
        </p:spPr>
        <p:txBody>
          <a:bodyPr wrap="none" rtlCol="0">
            <a:spAutoFit/>
          </a:bodyPr>
          <a:lstStyle/>
          <a:p>
            <a:r>
              <a:rPr lang="en-US" altLang="ja-JP" sz="2400" dirty="0">
                <a:latin typeface="メイリオ" panose="020B0604030504040204" pitchFamily="50" charset="-128"/>
                <a:ea typeface="メイリオ" panose="020B0604030504040204" pitchFamily="50" charset="-128"/>
              </a:rPr>
              <a:t>fetch_html_from_commoncrawl_warc.py</a:t>
            </a:r>
            <a:endParaRPr kumimoji="1" lang="ja-JP" altLang="en-US" sz="2400" dirty="0">
              <a:latin typeface="メイリオ" panose="020B0604030504040204" pitchFamily="50" charset="-128"/>
              <a:ea typeface="メイリオ" panose="020B0604030504040204" pitchFamily="50" charset="-128"/>
            </a:endParaRPr>
          </a:p>
        </p:txBody>
      </p:sp>
      <p:sp>
        <p:nvSpPr>
          <p:cNvPr id="7" name="テキスト ボックス 6">
            <a:extLst>
              <a:ext uri="{FF2B5EF4-FFF2-40B4-BE49-F238E27FC236}">
                <a16:creationId xmlns:a16="http://schemas.microsoft.com/office/drawing/2014/main" id="{04C30A3F-E400-0F86-3D2F-93CD0AEBF0AA}"/>
              </a:ext>
            </a:extLst>
          </p:cNvPr>
          <p:cNvSpPr txBox="1"/>
          <p:nvPr/>
        </p:nvSpPr>
        <p:spPr>
          <a:xfrm>
            <a:off x="666750" y="4803280"/>
            <a:ext cx="2207656" cy="461665"/>
          </a:xfrm>
          <a:prstGeom prst="rect">
            <a:avLst/>
          </a:prstGeom>
          <a:noFill/>
        </p:spPr>
        <p:txBody>
          <a:bodyPr wrap="none" rtlCol="0">
            <a:spAutoFit/>
          </a:bodyPr>
          <a:lstStyle/>
          <a:p>
            <a:pPr algn="l"/>
            <a:r>
              <a:rPr kumimoji="1" lang="ja-JP" altLang="en-US" sz="2400" dirty="0">
                <a:latin typeface="メイリオ" panose="020B0604030504040204" pitchFamily="50" charset="-128"/>
                <a:ea typeface="メイリオ" panose="020B0604030504040204" pitchFamily="50" charset="-128"/>
              </a:rPr>
              <a:t>テスト用の</a:t>
            </a:r>
            <a:r>
              <a:rPr kumimoji="1" lang="en-US" altLang="ja-JP" sz="2400" dirty="0">
                <a:latin typeface="メイリオ" panose="020B0604030504040204" pitchFamily="50" charset="-128"/>
                <a:ea typeface="メイリオ" panose="020B0604030504040204" pitchFamily="50" charset="-128"/>
              </a:rPr>
              <a:t>csv</a:t>
            </a:r>
            <a:endParaRPr kumimoji="1" lang="ja-JP" altLang="en-US" sz="2400" dirty="0">
              <a:latin typeface="メイリオ" panose="020B0604030504040204" pitchFamily="50" charset="-128"/>
              <a:ea typeface="メイリオ" panose="020B0604030504040204" pitchFamily="50" charset="-128"/>
            </a:endParaRPr>
          </a:p>
        </p:txBody>
      </p:sp>
      <p:sp>
        <p:nvSpPr>
          <p:cNvPr id="8" name="テキスト ボックス 7">
            <a:extLst>
              <a:ext uri="{FF2B5EF4-FFF2-40B4-BE49-F238E27FC236}">
                <a16:creationId xmlns:a16="http://schemas.microsoft.com/office/drawing/2014/main" id="{2B59F764-B3CF-6658-B1BC-C55A985D0B0D}"/>
              </a:ext>
            </a:extLst>
          </p:cNvPr>
          <p:cNvSpPr txBox="1"/>
          <p:nvPr/>
        </p:nvSpPr>
        <p:spPr>
          <a:xfrm>
            <a:off x="813434" y="5365255"/>
            <a:ext cx="7297190" cy="461665"/>
          </a:xfrm>
          <a:prstGeom prst="rect">
            <a:avLst/>
          </a:prstGeom>
          <a:noFill/>
        </p:spPr>
        <p:txBody>
          <a:bodyPr wrap="none" rtlCol="0">
            <a:spAutoFit/>
          </a:bodyPr>
          <a:lstStyle/>
          <a:p>
            <a:r>
              <a:rPr lang="en-US" altLang="ja-JP" sz="2400" dirty="0">
                <a:latin typeface="メイリオ" panose="020B0604030504040204" pitchFamily="50" charset="-128"/>
                <a:ea typeface="メイリオ" panose="020B0604030504040204" pitchFamily="50" charset="-128"/>
              </a:rPr>
              <a:t>19587cd1-0e2b-4d35-9116-a9a1098c33d7.csv</a:t>
            </a:r>
            <a:endParaRPr kumimoji="1" lang="ja-JP" altLang="en-US" sz="2400"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1837734818"/>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txDef>
      <a:spPr>
        <a:noFill/>
      </a:spPr>
      <a:bodyPr wrap="none" rtlCol="0">
        <a:spAutoFit/>
      </a:bodyPr>
      <a:lstStyle>
        <a:defPPr algn="l">
          <a:defRPr kumimoji="1" sz="2400" dirty="0" smtClean="0">
            <a:latin typeface="メイリオ" panose="020B0604030504040204" pitchFamily="50" charset="-128"/>
            <a:ea typeface="メイリオ" panose="020B0604030504040204" pitchFamily="50" charset="-128"/>
          </a:defRPr>
        </a:defPPr>
      </a:lstStyle>
    </a:tx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157</TotalTime>
  <Words>1056</Words>
  <Application>Microsoft Office PowerPoint</Application>
  <PresentationFormat>ワイド画面</PresentationFormat>
  <Paragraphs>124</Paragraphs>
  <Slides>19</Slides>
  <Notes>0</Notes>
  <HiddenSlides>0</HiddenSlides>
  <MMClips>0</MMClips>
  <ScaleCrop>false</ScaleCrop>
  <HeadingPairs>
    <vt:vector size="6" baseType="variant">
      <vt:variant>
        <vt:lpstr>使用されているフォント</vt:lpstr>
      </vt:variant>
      <vt:variant>
        <vt:i4>5</vt:i4>
      </vt:variant>
      <vt:variant>
        <vt:lpstr>テーマ</vt:lpstr>
      </vt:variant>
      <vt:variant>
        <vt:i4>1</vt:i4>
      </vt:variant>
      <vt:variant>
        <vt:lpstr>スライド タイトル</vt:lpstr>
      </vt:variant>
      <vt:variant>
        <vt:i4>19</vt:i4>
      </vt:variant>
    </vt:vector>
  </HeadingPairs>
  <TitlesOfParts>
    <vt:vector size="25" baseType="lpstr">
      <vt:lpstr>メイリオ</vt:lpstr>
      <vt:lpstr>游ゴシック</vt:lpstr>
      <vt:lpstr>游ゴシック Light</vt:lpstr>
      <vt:lpstr>Arial</vt:lpstr>
      <vt:lpstr>Wingdings</vt:lpstr>
      <vt:lpstr>Office テーマ</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Hiroshi Uehara</dc:creator>
  <cp:lastModifiedBy>Hiroshi Uehara</cp:lastModifiedBy>
  <cp:revision>11</cp:revision>
  <dcterms:created xsi:type="dcterms:W3CDTF">2026-05-19T07:07:06Z</dcterms:created>
  <dcterms:modified xsi:type="dcterms:W3CDTF">2026-05-19T09:44:44Z</dcterms:modified>
</cp:coreProperties>
</file>